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5B694-C7B0-49C6-B522-04A442A069ED}" v="2" dt="2026-07-16T06:02:20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 raj" userId="331d76c8703e2eb0" providerId="LiveId" clId="{94C59035-94DB-4366-97B2-D686BB8C6267}"/>
    <pc:docChg chg="undo custSel addSld modSld">
      <pc:chgData name="shyam raj" userId="331d76c8703e2eb0" providerId="LiveId" clId="{94C59035-94DB-4366-97B2-D686BB8C6267}" dt="2026-07-16T06:03:50.263" v="111" actId="20577"/>
      <pc:docMkLst>
        <pc:docMk/>
      </pc:docMkLst>
      <pc:sldChg chg="addSp delSp modSp mod">
        <pc:chgData name="shyam raj" userId="331d76c8703e2eb0" providerId="LiveId" clId="{94C59035-94DB-4366-97B2-D686BB8C6267}" dt="2026-07-16T06:03:50.263" v="111" actId="20577"/>
        <pc:sldMkLst>
          <pc:docMk/>
          <pc:sldMk cId="0" sldId="256"/>
        </pc:sldMkLst>
        <pc:spChg chg="del">
          <ac:chgData name="shyam raj" userId="331d76c8703e2eb0" providerId="LiveId" clId="{94C59035-94DB-4366-97B2-D686BB8C6267}" dt="2026-07-16T05:59:45.603" v="3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yam raj" userId="331d76c8703e2eb0" providerId="LiveId" clId="{94C59035-94DB-4366-97B2-D686BB8C6267}" dt="2026-07-16T05:59:54.120" v="6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yam raj" userId="331d76c8703e2eb0" providerId="LiveId" clId="{94C59035-94DB-4366-97B2-D686BB8C6267}" dt="2026-07-16T06:00:43.649" v="4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yam raj" userId="331d76c8703e2eb0" providerId="LiveId" clId="{94C59035-94DB-4366-97B2-D686BB8C6267}" dt="2026-07-16T06:03:50.263" v="11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yam raj" userId="331d76c8703e2eb0" providerId="LiveId" clId="{94C59035-94DB-4366-97B2-D686BB8C6267}" dt="2026-07-16T06:00:39.889" v="47" actId="403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shyam raj" userId="331d76c8703e2eb0" providerId="LiveId" clId="{94C59035-94DB-4366-97B2-D686BB8C6267}" dt="2026-07-16T05:59:50.239" v="5" actId="1076"/>
          <ac:picMkLst>
            <pc:docMk/>
            <pc:sldMk cId="0" sldId="256"/>
            <ac:picMk id="9" creationId="{FE6A46C9-FADB-3B26-EBA6-13E2BF4DB76A}"/>
          </ac:picMkLst>
        </pc:picChg>
      </pc:sldChg>
      <pc:sldChg chg="addSp delSp modSp mod">
        <pc:chgData name="shyam raj" userId="331d76c8703e2eb0" providerId="LiveId" clId="{94C59035-94DB-4366-97B2-D686BB8C6267}" dt="2026-07-16T06:00:52.377" v="51" actId="1076"/>
        <pc:sldMkLst>
          <pc:docMk/>
          <pc:sldMk cId="0" sldId="257"/>
        </pc:sldMkLst>
        <pc:spChg chg="del">
          <ac:chgData name="shyam raj" userId="331d76c8703e2eb0" providerId="LiveId" clId="{94C59035-94DB-4366-97B2-D686BB8C6267}" dt="2026-07-16T06:00:48.076" v="49" actId="478"/>
          <ac:spMkLst>
            <pc:docMk/>
            <pc:sldMk cId="0" sldId="257"/>
            <ac:spMk id="2" creationId="{00000000-0000-0000-0000-000000000000}"/>
          </ac:spMkLst>
        </pc:spChg>
        <pc:picChg chg="add mod">
          <ac:chgData name="shyam raj" userId="331d76c8703e2eb0" providerId="LiveId" clId="{94C59035-94DB-4366-97B2-D686BB8C6267}" dt="2026-07-16T06:00:52.377" v="51" actId="1076"/>
          <ac:picMkLst>
            <pc:docMk/>
            <pc:sldMk cId="0" sldId="257"/>
            <ac:picMk id="10" creationId="{89003654-ED6D-3964-2C9D-59B656058830}"/>
          </ac:picMkLst>
        </pc:picChg>
      </pc:sldChg>
      <pc:sldChg chg="addSp modSp mod">
        <pc:chgData name="shyam raj" userId="331d76c8703e2eb0" providerId="LiveId" clId="{94C59035-94DB-4366-97B2-D686BB8C6267}" dt="2026-07-16T06:00:57.455" v="53" actId="1076"/>
        <pc:sldMkLst>
          <pc:docMk/>
          <pc:sldMk cId="0" sldId="258"/>
        </pc:sldMkLst>
        <pc:picChg chg="add mod">
          <ac:chgData name="shyam raj" userId="331d76c8703e2eb0" providerId="LiveId" clId="{94C59035-94DB-4366-97B2-D686BB8C6267}" dt="2026-07-16T06:00:57.455" v="53" actId="1076"/>
          <ac:picMkLst>
            <pc:docMk/>
            <pc:sldMk cId="0" sldId="258"/>
            <ac:picMk id="10" creationId="{83609016-0FC5-52A5-D439-00B09A8B3659}"/>
          </ac:picMkLst>
        </pc:picChg>
      </pc:sldChg>
      <pc:sldChg chg="addSp modSp mod">
        <pc:chgData name="shyam raj" userId="331d76c8703e2eb0" providerId="LiveId" clId="{94C59035-94DB-4366-97B2-D686BB8C6267}" dt="2026-07-16T06:01:04.573" v="55" actId="1076"/>
        <pc:sldMkLst>
          <pc:docMk/>
          <pc:sldMk cId="0" sldId="259"/>
        </pc:sldMkLst>
        <pc:picChg chg="add mod">
          <ac:chgData name="shyam raj" userId="331d76c8703e2eb0" providerId="LiveId" clId="{94C59035-94DB-4366-97B2-D686BB8C6267}" dt="2026-07-16T06:01:04.573" v="55" actId="1076"/>
          <ac:picMkLst>
            <pc:docMk/>
            <pc:sldMk cId="0" sldId="259"/>
            <ac:picMk id="23" creationId="{B43BB338-9F5D-A625-B600-AF2A13493151}"/>
          </ac:picMkLst>
        </pc:picChg>
      </pc:sldChg>
      <pc:sldChg chg="addSp modSp mod">
        <pc:chgData name="shyam raj" userId="331d76c8703e2eb0" providerId="LiveId" clId="{94C59035-94DB-4366-97B2-D686BB8C6267}" dt="2026-07-16T06:01:14.441" v="57" actId="1076"/>
        <pc:sldMkLst>
          <pc:docMk/>
          <pc:sldMk cId="0" sldId="260"/>
        </pc:sldMkLst>
        <pc:picChg chg="add mod">
          <ac:chgData name="shyam raj" userId="331d76c8703e2eb0" providerId="LiveId" clId="{94C59035-94DB-4366-97B2-D686BB8C6267}" dt="2026-07-16T06:01:14.441" v="57" actId="1076"/>
          <ac:picMkLst>
            <pc:docMk/>
            <pc:sldMk cId="0" sldId="260"/>
            <ac:picMk id="10" creationId="{6607C063-1200-BCB2-02C5-DF80EEB2315B}"/>
          </ac:picMkLst>
        </pc:picChg>
      </pc:sldChg>
      <pc:sldChg chg="addSp modSp mod">
        <pc:chgData name="shyam raj" userId="331d76c8703e2eb0" providerId="LiveId" clId="{94C59035-94DB-4366-97B2-D686BB8C6267}" dt="2026-07-16T06:01:23.919" v="59" actId="1076"/>
        <pc:sldMkLst>
          <pc:docMk/>
          <pc:sldMk cId="0" sldId="261"/>
        </pc:sldMkLst>
        <pc:picChg chg="add mod">
          <ac:chgData name="shyam raj" userId="331d76c8703e2eb0" providerId="LiveId" clId="{94C59035-94DB-4366-97B2-D686BB8C6267}" dt="2026-07-16T06:01:23.919" v="59" actId="1076"/>
          <ac:picMkLst>
            <pc:docMk/>
            <pc:sldMk cId="0" sldId="261"/>
            <ac:picMk id="16" creationId="{5642DAC6-2C5F-A370-CC00-95F88134B311}"/>
          </ac:picMkLst>
        </pc:picChg>
      </pc:sldChg>
      <pc:sldChg chg="addSp delSp modSp mod">
        <pc:chgData name="shyam raj" userId="331d76c8703e2eb0" providerId="LiveId" clId="{94C59035-94DB-4366-97B2-D686BB8C6267}" dt="2026-07-16T06:01:30.637" v="61" actId="1076"/>
        <pc:sldMkLst>
          <pc:docMk/>
          <pc:sldMk cId="0" sldId="262"/>
        </pc:sldMkLst>
        <pc:spChg chg="del">
          <ac:chgData name="shyam raj" userId="331d76c8703e2eb0" providerId="LiveId" clId="{94C59035-94DB-4366-97B2-D686BB8C6267}" dt="2026-07-16T05:59:10.063" v="2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yam raj" userId="331d76c8703e2eb0" providerId="LiveId" clId="{94C59035-94DB-4366-97B2-D686BB8C6267}" dt="2026-07-16T05:59:06.234" v="1" actId="20577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shyam raj" userId="331d76c8703e2eb0" providerId="LiveId" clId="{94C59035-94DB-4366-97B2-D686BB8C6267}" dt="2026-07-16T06:01:30.637" v="61" actId="1076"/>
          <ac:picMkLst>
            <pc:docMk/>
            <pc:sldMk cId="0" sldId="262"/>
            <ac:picMk id="9" creationId="{BBFEE4D6-1BBD-6EE8-B6F2-0B1B5FB159D9}"/>
          </ac:picMkLst>
        </pc:picChg>
      </pc:sldChg>
      <pc:sldChg chg="addSp modSp new mod">
        <pc:chgData name="shyam raj" userId="331d76c8703e2eb0" providerId="LiveId" clId="{94C59035-94DB-4366-97B2-D686BB8C6267}" dt="2026-07-16T06:03:11.877" v="100" actId="1076"/>
        <pc:sldMkLst>
          <pc:docMk/>
          <pc:sldMk cId="244889611" sldId="263"/>
        </pc:sldMkLst>
        <pc:spChg chg="add mod">
          <ac:chgData name="shyam raj" userId="331d76c8703e2eb0" providerId="LiveId" clId="{94C59035-94DB-4366-97B2-D686BB8C6267}" dt="2026-07-16T06:03:11.877" v="100" actId="1076"/>
          <ac:spMkLst>
            <pc:docMk/>
            <pc:sldMk cId="244889611" sldId="263"/>
            <ac:spMk id="4" creationId="{B625DC6F-3DF9-481B-C93C-19211E969B74}"/>
          </ac:spMkLst>
        </pc:spChg>
        <pc:picChg chg="add mod">
          <ac:chgData name="shyam raj" userId="331d76c8703e2eb0" providerId="LiveId" clId="{94C59035-94DB-4366-97B2-D686BB8C6267}" dt="2026-07-16T06:01:55.418" v="64" actId="1076"/>
          <ac:picMkLst>
            <pc:docMk/>
            <pc:sldMk cId="244889611" sldId="263"/>
            <ac:picMk id="3" creationId="{D087ADE7-39EA-60AC-9900-0BD8EE2EB5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46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 Reservation System Using</a:t>
            </a:r>
            <a:endParaRPr lang="en-US" sz="3000" dirty="0"/>
          </a:p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315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B.Shyam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</a:t>
            </a:r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1924211176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CSA0506 : DATABASE MANAGEMENT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Presentation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6A46C9-FADB-3B26-EBA6-13E2BF4D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92" y="601874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Hotel Reservation System?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software application that manages hotel bookings, rooms, and guests.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and organizes data through a central database.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 of what it tracks: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details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 availability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Reservations and check-in/out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and payments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DBMS?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Database Management System stores, retrieves, and manages hotel data reliably. It enables scalable and real-time access for staff and guests.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003654-ED6D-3964-2C9D-59B656058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4" y="510434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Technical Explanation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of Front Desk and Database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Guests and staff generate booking requests continuously.</a:t>
            </a:r>
            <a:endParaRPr lang="en-US" sz="1500" dirty="0"/>
          </a:p>
          <a:p>
            <a:pPr marL="0" indent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DBMS: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guest and room data.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Processes reservations and cancellations.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Performs occupancy and billing calculations.</a:t>
            </a:r>
            <a:endParaRPr lang="en-US" sz="1500" dirty="0"/>
          </a:p>
          <a:p>
            <a:pPr marL="685800" lvl="1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access across front desk, housekeeping, and management.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reporting for revenue and occupancy trends.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Request  →  Application  →  Database Server  →  Availability Check  →  Confirmation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09016-0FC5-52A5-D439-00B09A8B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52" y="320653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Components of the Hotel Reservation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 Interface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 desk terminals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booking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03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799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Application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914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Booking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138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checks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Database Server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&amp; room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4564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records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803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records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3799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Reporting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7914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Occupancy reports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5138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dashboards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5486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43BB338-9F5D-A625-B600-AF2A1349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4" y="438097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Tables and Relationships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Guests (guest_id, name, phone, email) — Primary Key: guest_id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Rooms (room_id, room_type, rate, status) — Primary Key: room_id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Reservations (res_id, guest_id, room_id, check_in, check_out) — Foreign Keys: guest_id, room_id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 (payment_id, res_id, amount, method, status) — Foreign Key: res_id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Guests  →  Reservations  ←  Rooms          Reservations  →  Payments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07C063-1200-BCB2-02C5-DF80EEB23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445611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 of DBMS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6616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Eliminates double bookings and manual entry errors.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29077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fast check-in, check-out, and availability lookups.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5295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52958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growing guest volumes and multiple properties.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513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415137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occupancy, revenue, and guest-history reporting.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773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47731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Staff and guests can access bookings from anywhere.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42DAC6-2C5F-A370-CC00-95F88134B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4" y="323241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DBMS transforms hotel operations from manual, error-prone processes into a reliable digital system.</a:t>
            </a:r>
            <a:endParaRPr lang="en-US" sz="1500" dirty="0"/>
          </a:p>
          <a:p>
            <a:pPr marL="0" indent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centralizes guest, room, and billing data for accurate, real-time management.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Centralized database eliminates double bookings.</a:t>
            </a:r>
            <a:endParaRPr lang="en-US" sz="1500" dirty="0"/>
          </a:p>
          <a:p>
            <a:pPr marL="0" indent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Automated billing reduces manual errors.</a:t>
            </a:r>
            <a:endParaRPr lang="en-US" sz="1500" dirty="0"/>
          </a:p>
          <a:p>
            <a:pPr marL="0" indent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Real-time availability improves guest experience.</a:t>
            </a:r>
            <a:endParaRPr lang="en-US" sz="1500" dirty="0"/>
          </a:p>
          <a:p>
            <a:pPr marL="0" indent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Reporting supports better business decisions.</a:t>
            </a:r>
            <a:endParaRPr lang="en-US" sz="1500" dirty="0"/>
          </a:p>
          <a:p>
            <a:pPr marL="0" indent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Security and data privacy remain ongoing priorities.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FEE4D6-1BBD-6EE8-B6F2-0B1B5FB1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4" y="464714"/>
            <a:ext cx="11263336" cy="1226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7ADE7-39EA-60AC-9900-0BD8EE2E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7" y="147014"/>
            <a:ext cx="11240474" cy="15088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25DC6F-3DF9-481B-C93C-19211E969B74}"/>
              </a:ext>
            </a:extLst>
          </p:cNvPr>
          <p:cNvSpPr txBox="1"/>
          <p:nvPr/>
        </p:nvSpPr>
        <p:spPr>
          <a:xfrm>
            <a:off x="1861868" y="2875002"/>
            <a:ext cx="82094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88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479</Words>
  <Application>Microsoft Office PowerPoint</Application>
  <PresentationFormat>Widescreen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shyam raj</cp:lastModifiedBy>
  <cp:revision>1</cp:revision>
  <dcterms:created xsi:type="dcterms:W3CDTF">2026-07-16T05:55:25Z</dcterms:created>
  <dcterms:modified xsi:type="dcterms:W3CDTF">2026-07-16T06:03:54Z</dcterms:modified>
</cp:coreProperties>
</file>