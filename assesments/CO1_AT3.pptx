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4" r:id="rId4"/>
    <p:sldId id="260" r:id="rId5"/>
    <p:sldId id="259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F911B14-EEB9-4DBF-84C1-081329A743AE}">
          <p14:sldIdLst>
            <p14:sldId id="256"/>
            <p14:sldId id="257"/>
            <p14:sldId id="264"/>
          </p14:sldIdLst>
        </p14:section>
        <p14:section name="Untitled Section" id="{AC9BEA99-A9DE-4821-AA69-2509770FE8DF}">
          <p14:sldIdLst>
            <p14:sldId id="260"/>
            <p14:sldId id="259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55B694-C7B0-49C6-B522-04A442A069ED}" v="53" dt="2026-07-21T04:13:17.2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yam raj" userId="331d76c8703e2eb0" providerId="LiveId" clId="{94C59035-94DB-4366-97B2-D686BB8C6267}"/>
    <pc:docChg chg="undo redo custSel addSld delSld modSld sldOrd addSection delSection">
      <pc:chgData name="shyam raj" userId="331d76c8703e2eb0" providerId="LiveId" clId="{94C59035-94DB-4366-97B2-D686BB8C6267}" dt="2026-07-21T04:15:35.540" v="685" actId="113"/>
      <pc:docMkLst>
        <pc:docMk/>
      </pc:docMkLst>
      <pc:sldChg chg="addSp delSp modSp mod">
        <pc:chgData name="shyam raj" userId="331d76c8703e2eb0" providerId="LiveId" clId="{94C59035-94DB-4366-97B2-D686BB8C6267}" dt="2026-07-21T03:38:40.113" v="370" actId="207"/>
        <pc:sldMkLst>
          <pc:docMk/>
          <pc:sldMk cId="0" sldId="256"/>
        </pc:sldMkLst>
        <pc:spChg chg="mod">
          <ac:chgData name="shyam raj" userId="331d76c8703e2eb0" providerId="LiveId" clId="{94C59035-94DB-4366-97B2-D686BB8C6267}" dt="2026-07-21T03:38:40.113" v="370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shyam raj" userId="331d76c8703e2eb0" providerId="LiveId" clId="{94C59035-94DB-4366-97B2-D686BB8C6267}" dt="2026-07-21T03:37:08.775" v="341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shyam raj" userId="331d76c8703e2eb0" providerId="LiveId" clId="{94C59035-94DB-4366-97B2-D686BB8C6267}" dt="2026-07-21T03:38:15.853" v="364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shyam raj" userId="331d76c8703e2eb0" providerId="LiveId" clId="{94C59035-94DB-4366-97B2-D686BB8C6267}" dt="2026-07-21T03:38:06.146" v="362" actId="1076"/>
          <ac:spMkLst>
            <pc:docMk/>
            <pc:sldMk cId="0" sldId="256"/>
            <ac:spMk id="6" creationId="{00000000-0000-0000-0000-000000000000}"/>
          </ac:spMkLst>
        </pc:spChg>
        <pc:picChg chg="add mod">
          <ac:chgData name="shyam raj" userId="331d76c8703e2eb0" providerId="LiveId" clId="{94C59035-94DB-4366-97B2-D686BB8C6267}" dt="2026-07-21T03:36:59.599" v="338" actId="1076"/>
          <ac:picMkLst>
            <pc:docMk/>
            <pc:sldMk cId="0" sldId="256"/>
            <ac:picMk id="9" creationId="{FE6A46C9-FADB-3B26-EBA6-13E2BF4DB76A}"/>
          </ac:picMkLst>
        </pc:picChg>
      </pc:sldChg>
      <pc:sldChg chg="addSp delSp modSp mod">
        <pc:chgData name="shyam raj" userId="331d76c8703e2eb0" providerId="LiveId" clId="{94C59035-94DB-4366-97B2-D686BB8C6267}" dt="2026-07-21T03:58:52.260" v="494" actId="1076"/>
        <pc:sldMkLst>
          <pc:docMk/>
          <pc:sldMk cId="0" sldId="257"/>
        </pc:sldMkLst>
        <pc:spChg chg="del mod">
          <ac:chgData name="shyam raj" userId="331d76c8703e2eb0" providerId="LiveId" clId="{94C59035-94DB-4366-97B2-D686BB8C6267}" dt="2026-07-21T03:22:07.795" v="201" actId="478"/>
          <ac:spMkLst>
            <pc:docMk/>
            <pc:sldMk cId="0" sldId="257"/>
            <ac:spMk id="3" creationId="{00000000-0000-0000-0000-000000000000}"/>
          </ac:spMkLst>
        </pc:spChg>
        <pc:spChg chg="add mod">
          <ac:chgData name="shyam raj" userId="331d76c8703e2eb0" providerId="LiveId" clId="{94C59035-94DB-4366-97B2-D686BB8C6267}" dt="2026-07-21T03:58:14.734" v="470" actId="1076"/>
          <ac:spMkLst>
            <pc:docMk/>
            <pc:sldMk cId="0" sldId="257"/>
            <ac:spMk id="3" creationId="{24B7E661-4929-3490-F815-FFD2D2472E3F}"/>
          </ac:spMkLst>
        </pc:spChg>
        <pc:spChg chg="mod">
          <ac:chgData name="shyam raj" userId="331d76c8703e2eb0" providerId="LiveId" clId="{94C59035-94DB-4366-97B2-D686BB8C6267}" dt="2026-07-21T03:16:17.213" v="119" actId="20577"/>
          <ac:spMkLst>
            <pc:docMk/>
            <pc:sldMk cId="0" sldId="257"/>
            <ac:spMk id="4" creationId="{00000000-0000-0000-0000-000000000000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5" creationId="{00000000-0000-0000-0000-000000000000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6" creationId="{00000000-0000-0000-0000-000000000000}"/>
          </ac:spMkLst>
        </pc:spChg>
        <pc:spChg chg="mod">
          <ac:chgData name="shyam raj" userId="331d76c8703e2eb0" providerId="LiveId" clId="{94C59035-94DB-4366-97B2-D686BB8C6267}" dt="2026-07-21T03:17:45.081" v="137" actId="20577"/>
          <ac:spMkLst>
            <pc:docMk/>
            <pc:sldMk cId="0" sldId="257"/>
            <ac:spMk id="7" creationId="{00000000-0000-0000-0000-000000000000}"/>
          </ac:spMkLst>
        </pc:spChg>
        <pc:spChg chg="del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9" creationId="{064E01AB-1C54-5121-1375-673775804834}"/>
          </ac:spMkLst>
        </pc:spChg>
        <pc:spChg chg="add mod">
          <ac:chgData name="shyam raj" userId="331d76c8703e2eb0" providerId="LiveId" clId="{94C59035-94DB-4366-97B2-D686BB8C6267}" dt="2026-07-21T03:58:43.214" v="492" actId="1076"/>
          <ac:spMkLst>
            <pc:docMk/>
            <pc:sldMk cId="0" sldId="257"/>
            <ac:spMk id="10" creationId="{EA673FD1-66E2-1AE5-0965-A414495F835E}"/>
          </ac:spMkLst>
        </pc:spChg>
        <pc:spChg chg="add mod">
          <ac:chgData name="shyam raj" userId="331d76c8703e2eb0" providerId="LiveId" clId="{94C59035-94DB-4366-97B2-D686BB8C6267}" dt="2026-07-21T03:57:16.106" v="461" actId="20577"/>
          <ac:spMkLst>
            <pc:docMk/>
            <pc:sldMk cId="0" sldId="257"/>
            <ac:spMk id="12" creationId="{EAC035EC-F0C7-A5B3-6A87-F06915397E73}"/>
          </ac:spMkLst>
        </pc:spChg>
        <pc:spChg chg="del">
          <ac:chgData name="shyam raj" userId="331d76c8703e2eb0" providerId="LiveId" clId="{94C59035-94DB-4366-97B2-D686BB8C6267}" dt="2026-07-21T03:20:36.477" v="185" actId="478"/>
          <ac:spMkLst>
            <pc:docMk/>
            <pc:sldMk cId="0" sldId="257"/>
            <ac:spMk id="14" creationId="{84C7A6F3-E400-6182-223D-56F595F8C343}"/>
          </ac:spMkLst>
        </pc:spChg>
        <pc:spChg chg="add del mod">
          <ac:chgData name="shyam raj" userId="331d76c8703e2eb0" providerId="LiveId" clId="{94C59035-94DB-4366-97B2-D686BB8C6267}" dt="2026-07-21T03:27:54.987" v="268" actId="478"/>
          <ac:spMkLst>
            <pc:docMk/>
            <pc:sldMk cId="0" sldId="257"/>
            <ac:spMk id="16" creationId="{415A7FE3-7FE4-964A-6D22-935B1506266F}"/>
          </ac:spMkLst>
        </pc:spChg>
        <pc:spChg chg="mod">
          <ac:chgData name="shyam raj" userId="331d76c8703e2eb0" providerId="LiveId" clId="{94C59035-94DB-4366-97B2-D686BB8C6267}" dt="2026-07-21T03:18:50.384" v="148" actId="21"/>
          <ac:spMkLst>
            <pc:docMk/>
            <pc:sldMk cId="0" sldId="257"/>
            <ac:spMk id="18" creationId="{2AE67331-6468-AE9D-302F-06DE01476985}"/>
          </ac:spMkLst>
        </pc:spChg>
        <pc:spChg chg="add mod">
          <ac:chgData name="shyam raj" userId="331d76c8703e2eb0" providerId="LiveId" clId="{94C59035-94DB-4366-97B2-D686BB8C6267}" dt="2026-07-21T03:18:58.986" v="151" actId="21"/>
          <ac:spMkLst>
            <pc:docMk/>
            <pc:sldMk cId="0" sldId="257"/>
            <ac:spMk id="20" creationId="{A4E249DF-286F-ACA2-389A-4950909AA17C}"/>
          </ac:spMkLst>
        </pc:spChg>
        <pc:spChg chg="del">
          <ac:chgData name="shyam raj" userId="331d76c8703e2eb0" providerId="LiveId" clId="{94C59035-94DB-4366-97B2-D686BB8C6267}" dt="2026-07-21T03:20:34.060" v="184" actId="478"/>
          <ac:spMkLst>
            <pc:docMk/>
            <pc:sldMk cId="0" sldId="257"/>
            <ac:spMk id="22" creationId="{6EBDF26D-E83B-3874-4871-812CED5F1CFC}"/>
          </ac:spMkLst>
        </pc:spChg>
        <pc:spChg chg="del">
          <ac:chgData name="shyam raj" userId="331d76c8703e2eb0" providerId="LiveId" clId="{94C59035-94DB-4366-97B2-D686BB8C6267}" dt="2026-07-21T03:20:32.300" v="183" actId="478"/>
          <ac:spMkLst>
            <pc:docMk/>
            <pc:sldMk cId="0" sldId="257"/>
            <ac:spMk id="24" creationId="{F2736A3A-3EF8-F319-D952-7528CA822B83}"/>
          </ac:spMkLst>
        </pc:spChg>
        <pc:spChg chg="add 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26" creationId="{15F39209-B02E-4A3D-0037-E8818FC0CF8C}"/>
          </ac:spMkLst>
        </pc:spChg>
        <pc:spChg chg="mod">
          <ac:chgData name="shyam raj" userId="331d76c8703e2eb0" providerId="LiveId" clId="{94C59035-94DB-4366-97B2-D686BB8C6267}" dt="2026-07-21T03:19:22.909" v="158" actId="21"/>
          <ac:spMkLst>
            <pc:docMk/>
            <pc:sldMk cId="0" sldId="257"/>
            <ac:spMk id="28" creationId="{16719EFC-83E4-0C84-5179-B1E3D0E77AD2}"/>
          </ac:spMkLst>
        </pc:spChg>
        <pc:spChg chg="del">
          <ac:chgData name="shyam raj" userId="331d76c8703e2eb0" providerId="LiveId" clId="{94C59035-94DB-4366-97B2-D686BB8C6267}" dt="2026-07-21T03:20:29.977" v="182" actId="478"/>
          <ac:spMkLst>
            <pc:docMk/>
            <pc:sldMk cId="0" sldId="257"/>
            <ac:spMk id="30" creationId="{F4A8049C-F8C1-7995-1F10-0598935E8D3A}"/>
          </ac:spMkLst>
        </pc:spChg>
        <pc:spChg chg="del mod">
          <ac:chgData name="shyam raj" userId="331d76c8703e2eb0" providerId="LiveId" clId="{94C59035-94DB-4366-97B2-D686BB8C6267}" dt="2026-07-21T03:20:27.996" v="181" actId="478"/>
          <ac:spMkLst>
            <pc:docMk/>
            <pc:sldMk cId="0" sldId="257"/>
            <ac:spMk id="32" creationId="{3B0161D1-CBD6-0419-11B8-B8BEB55DDE6F}"/>
          </ac:spMkLst>
        </pc:spChg>
        <pc:spChg chg="add mod">
          <ac:chgData name="shyam raj" userId="331d76c8703e2eb0" providerId="LiveId" clId="{94C59035-94DB-4366-97B2-D686BB8C6267}" dt="2026-07-21T03:19:37.639" v="163" actId="21"/>
          <ac:spMkLst>
            <pc:docMk/>
            <pc:sldMk cId="0" sldId="257"/>
            <ac:spMk id="34" creationId="{57AEB916-BF81-CEC5-9A0B-D47F110A835B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36" creationId="{C7F3F0CA-318D-CBE5-EC1D-8979077509AD}"/>
          </ac:spMkLst>
        </pc:spChg>
        <pc:spChg chg="add del">
          <ac:chgData name="shyam raj" userId="331d76c8703e2eb0" providerId="LiveId" clId="{94C59035-94DB-4366-97B2-D686BB8C6267}" dt="2026-07-21T03:20:20.373" v="179" actId="478"/>
          <ac:spMkLst>
            <pc:docMk/>
            <pc:sldMk cId="0" sldId="257"/>
            <ac:spMk id="38" creationId="{5CF841C1-C24B-8A54-093A-94BE0FBB2B44}"/>
          </ac:spMkLst>
        </pc:spChg>
        <pc:spChg chg="del">
          <ac:chgData name="shyam raj" userId="331d76c8703e2eb0" providerId="LiveId" clId="{94C59035-94DB-4366-97B2-D686BB8C6267}" dt="2026-07-21T03:20:12.124" v="176" actId="21"/>
          <ac:spMkLst>
            <pc:docMk/>
            <pc:sldMk cId="0" sldId="257"/>
            <ac:spMk id="40" creationId="{E41D1D82-0D9C-500F-CEB7-1F81DE184AE8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42" creationId="{F3A5E2C3-D7CA-B47B-D673-A29BA84DEB77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44" creationId="{29AF3638-A973-DBBA-E8C3-208B1E66124C}"/>
          </ac:spMkLst>
        </pc:spChg>
        <pc:spChg chg="del mod">
          <ac:chgData name="shyam raj" userId="331d76c8703e2eb0" providerId="LiveId" clId="{94C59035-94DB-4366-97B2-D686BB8C6267}" dt="2026-07-21T03:17:20.088" v="130" actId="478"/>
          <ac:spMkLst>
            <pc:docMk/>
            <pc:sldMk cId="0" sldId="257"/>
            <ac:spMk id="46" creationId="{404794F5-7881-B446-703D-BD441F20AE8F}"/>
          </ac:spMkLst>
        </pc:spChg>
        <pc:spChg chg="add">
          <ac:chgData name="shyam raj" userId="331d76c8703e2eb0" providerId="LiveId" clId="{94C59035-94DB-4366-97B2-D686BB8C6267}" dt="2026-07-21T03:16:29.285" v="122" actId="22"/>
          <ac:spMkLst>
            <pc:docMk/>
            <pc:sldMk cId="0" sldId="257"/>
            <ac:spMk id="50" creationId="{B25C8869-C416-FB34-636C-583F42B4EDF8}"/>
          </ac:spMkLst>
        </pc:spChg>
        <pc:spChg chg="del mod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52" creationId="{7A1454C7-E2ED-80E3-4EFA-46B564803D28}"/>
          </ac:spMkLst>
        </pc:spChg>
        <pc:spChg chg="add del">
          <ac:chgData name="shyam raj" userId="331d76c8703e2eb0" providerId="LiveId" clId="{94C59035-94DB-4366-97B2-D686BB8C6267}" dt="2026-07-21T03:57:21.733" v="463" actId="478"/>
          <ac:spMkLst>
            <pc:docMk/>
            <pc:sldMk cId="0" sldId="257"/>
            <ac:spMk id="54" creationId="{F4A18AF1-1785-4DE4-A050-B50929B6F009}"/>
          </ac:spMkLst>
        </pc:spChg>
        <pc:spChg chg="del">
          <ac:chgData name="shyam raj" userId="331d76c8703e2eb0" providerId="LiveId" clId="{94C59035-94DB-4366-97B2-D686BB8C6267}" dt="2026-07-21T03:57:24.962" v="464" actId="478"/>
          <ac:spMkLst>
            <pc:docMk/>
            <pc:sldMk cId="0" sldId="257"/>
            <ac:spMk id="56" creationId="{BDC438D8-5848-0EB1-D5E7-B05F4037DF23}"/>
          </ac:spMkLst>
        </pc:spChg>
        <pc:spChg chg="add">
          <ac:chgData name="shyam raj" userId="331d76c8703e2eb0" providerId="LiveId" clId="{94C59035-94DB-4366-97B2-D686BB8C6267}" dt="2026-07-21T03:16:29.285" v="122" actId="22"/>
          <ac:spMkLst>
            <pc:docMk/>
            <pc:sldMk cId="0" sldId="257"/>
            <ac:spMk id="62" creationId="{7C403B05-8380-C604-CAF4-31C8CA9F4CE4}"/>
          </ac:spMkLst>
        </pc:spChg>
        <pc:spChg chg="add mod">
          <ac:chgData name="shyam raj" userId="331d76c8703e2eb0" providerId="LiveId" clId="{94C59035-94DB-4366-97B2-D686BB8C6267}" dt="2026-07-21T03:49:49.006" v="398" actId="6549"/>
          <ac:spMkLst>
            <pc:docMk/>
            <pc:sldMk cId="0" sldId="257"/>
            <ac:spMk id="64" creationId="{BABA31A2-AB1B-040D-D59D-FD54AC5E0646}"/>
          </ac:spMkLst>
        </pc:spChg>
        <pc:spChg chg="del">
          <ac:chgData name="shyam raj" userId="331d76c8703e2eb0" providerId="LiveId" clId="{94C59035-94DB-4366-97B2-D686BB8C6267}" dt="2026-07-21T03:16:38.812" v="123" actId="478"/>
          <ac:spMkLst>
            <pc:docMk/>
            <pc:sldMk cId="0" sldId="257"/>
            <ac:spMk id="66" creationId="{76C77DFB-9863-AF2A-FEA6-2B3E9EFB09AC}"/>
          </ac:spMkLst>
        </pc:spChg>
        <pc:spChg chg="add del mod">
          <ac:chgData name="shyam raj" userId="331d76c8703e2eb0" providerId="LiveId" clId="{94C59035-94DB-4366-97B2-D686BB8C6267}" dt="2026-07-21T03:18:25.611" v="145"/>
          <ac:spMkLst>
            <pc:docMk/>
            <pc:sldMk cId="0" sldId="257"/>
            <ac:spMk id="69" creationId="{0C12DB77-BF61-039B-ABC2-369372AF76A4}"/>
          </ac:spMkLst>
        </pc:spChg>
        <pc:spChg chg="add del">
          <ac:chgData name="shyam raj" userId="331d76c8703e2eb0" providerId="LiveId" clId="{94C59035-94DB-4366-97B2-D686BB8C6267}" dt="2026-07-21T03:20:17.955" v="178" actId="22"/>
          <ac:spMkLst>
            <pc:docMk/>
            <pc:sldMk cId="0" sldId="257"/>
            <ac:spMk id="71" creationId="{E0D74CED-4CD8-7DD2-B8C1-D3BFDDCE6BF0}"/>
          </ac:spMkLst>
        </pc:spChg>
        <pc:picChg chg="add del mod">
          <ac:chgData name="shyam raj" userId="331d76c8703e2eb0" providerId="LiveId" clId="{94C59035-94DB-4366-97B2-D686BB8C6267}" dt="2026-07-21T03:16:48.324" v="125" actId="21"/>
          <ac:picMkLst>
            <pc:docMk/>
            <pc:sldMk cId="0" sldId="257"/>
            <ac:picMk id="10" creationId="{89003654-ED6D-3964-2C9D-59B656058830}"/>
          </ac:picMkLst>
        </pc:picChg>
        <pc:picChg chg="add mod">
          <ac:chgData name="shyam raj" userId="331d76c8703e2eb0" providerId="LiveId" clId="{94C59035-94DB-4366-97B2-D686BB8C6267}" dt="2026-07-21T03:58:52.260" v="494" actId="1076"/>
          <ac:picMkLst>
            <pc:docMk/>
            <pc:sldMk cId="0" sldId="257"/>
            <ac:picMk id="13" creationId="{6449EA40-0899-F29D-42A6-8A6ED435CD01}"/>
          </ac:picMkLst>
        </pc:picChg>
        <pc:picChg chg="add">
          <ac:chgData name="shyam raj" userId="331d76c8703e2eb0" providerId="LiveId" clId="{94C59035-94DB-4366-97B2-D686BB8C6267}" dt="2026-07-21T03:21:05.335" v="189" actId="22"/>
          <ac:picMkLst>
            <pc:docMk/>
            <pc:sldMk cId="0" sldId="257"/>
            <ac:picMk id="73" creationId="{78D29339-4B2F-78BF-7491-6CF6D7A743A7}"/>
          </ac:picMkLst>
        </pc:picChg>
      </pc:sldChg>
      <pc:sldChg chg="addSp delSp modSp del mod">
        <pc:chgData name="shyam raj" userId="331d76c8703e2eb0" providerId="LiveId" clId="{94C59035-94DB-4366-97B2-D686BB8C6267}" dt="2026-07-21T03:58:58.965" v="495" actId="47"/>
        <pc:sldMkLst>
          <pc:docMk/>
          <pc:sldMk cId="0" sldId="258"/>
        </pc:sldMkLst>
        <pc:spChg chg="mod">
          <ac:chgData name="shyam raj" userId="331d76c8703e2eb0" providerId="LiveId" clId="{94C59035-94DB-4366-97B2-D686BB8C6267}" dt="2026-07-21T03:22:29.277" v="202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shyam raj" userId="331d76c8703e2eb0" providerId="LiveId" clId="{94C59035-94DB-4366-97B2-D686BB8C6267}" dt="2026-07-21T03:27:13.784" v="263" actId="1076"/>
          <ac:spMkLst>
            <pc:docMk/>
            <pc:sldMk cId="0" sldId="258"/>
            <ac:spMk id="4" creationId="{00000000-0000-0000-0000-000000000000}"/>
          </ac:spMkLst>
        </pc:spChg>
        <pc:spChg chg="del mod">
          <ac:chgData name="shyam raj" userId="331d76c8703e2eb0" providerId="LiveId" clId="{94C59035-94DB-4366-97B2-D686BB8C6267}" dt="2026-07-21T03:23:31.603" v="216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shyam raj" userId="331d76c8703e2eb0" providerId="LiveId" clId="{94C59035-94DB-4366-97B2-D686BB8C6267}" dt="2026-07-21T03:23:37.638" v="218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shyam raj" userId="331d76c8703e2eb0" providerId="LiveId" clId="{94C59035-94DB-4366-97B2-D686BB8C6267}" dt="2026-07-21T03:23:34.317" v="217" actId="478"/>
          <ac:spMkLst>
            <pc:docMk/>
            <pc:sldMk cId="0" sldId="258"/>
            <ac:spMk id="7" creationId="{00000000-0000-0000-0000-000000000000}"/>
          </ac:spMkLst>
        </pc:spChg>
        <pc:spChg chg="add">
          <ac:chgData name="shyam raj" userId="331d76c8703e2eb0" providerId="LiveId" clId="{94C59035-94DB-4366-97B2-D686BB8C6267}" dt="2026-07-21T03:26:18.538" v="251" actId="22"/>
          <ac:spMkLst>
            <pc:docMk/>
            <pc:sldMk cId="0" sldId="258"/>
            <ac:spMk id="11" creationId="{ABA7A864-9703-15D8-F13C-3E0EDE56FE0F}"/>
          </ac:spMkLst>
        </pc:spChg>
        <pc:spChg chg="add">
          <ac:chgData name="shyam raj" userId="331d76c8703e2eb0" providerId="LiveId" clId="{94C59035-94DB-4366-97B2-D686BB8C6267}" dt="2026-07-21T03:26:18.538" v="251" actId="22"/>
          <ac:spMkLst>
            <pc:docMk/>
            <pc:sldMk cId="0" sldId="258"/>
            <ac:spMk id="21" creationId="{BDDC9483-9DA1-4869-886B-6AF3216F84B9}"/>
          </ac:spMkLst>
        </pc:spChg>
        <pc:spChg chg="add">
          <ac:chgData name="shyam raj" userId="331d76c8703e2eb0" providerId="LiveId" clId="{94C59035-94DB-4366-97B2-D686BB8C6267}" dt="2026-07-21T03:26:18.538" v="251" actId="22"/>
          <ac:spMkLst>
            <pc:docMk/>
            <pc:sldMk cId="0" sldId="258"/>
            <ac:spMk id="25" creationId="{B1AD34EC-3628-0645-1F1C-E0870D62DA88}"/>
          </ac:spMkLst>
        </pc:spChg>
        <pc:spChg chg="add">
          <ac:chgData name="shyam raj" userId="331d76c8703e2eb0" providerId="LiveId" clId="{94C59035-94DB-4366-97B2-D686BB8C6267}" dt="2026-07-21T03:26:18.538" v="251" actId="22"/>
          <ac:spMkLst>
            <pc:docMk/>
            <pc:sldMk cId="0" sldId="258"/>
            <ac:spMk id="27" creationId="{86C2496E-1316-7B97-B578-AF4F7BD19CB9}"/>
          </ac:spMkLst>
        </pc:spChg>
        <pc:spChg chg="add mod">
          <ac:chgData name="shyam raj" userId="331d76c8703e2eb0" providerId="LiveId" clId="{94C59035-94DB-4366-97B2-D686BB8C6267}" dt="2026-07-21T03:26:56.363" v="260" actId="1076"/>
          <ac:spMkLst>
            <pc:docMk/>
            <pc:sldMk cId="0" sldId="258"/>
            <ac:spMk id="29" creationId="{6DEE8CC3-FEA1-1B9B-8D53-8A9E14E13372}"/>
          </ac:spMkLst>
        </pc:spChg>
        <pc:spChg chg="add mod">
          <ac:chgData name="shyam raj" userId="331d76c8703e2eb0" providerId="LiveId" clId="{94C59035-94DB-4366-97B2-D686BB8C6267}" dt="2026-07-21T03:26:47.553" v="258" actId="1076"/>
          <ac:spMkLst>
            <pc:docMk/>
            <pc:sldMk cId="0" sldId="258"/>
            <ac:spMk id="31" creationId="{276D7741-B5C5-F389-783C-587C45E3B282}"/>
          </ac:spMkLst>
        </pc:spChg>
        <pc:spChg chg="mod">
          <ac:chgData name="shyam raj" userId="331d76c8703e2eb0" providerId="LiveId" clId="{94C59035-94DB-4366-97B2-D686BB8C6267}" dt="2026-07-21T03:26:52.296" v="259" actId="1076"/>
          <ac:spMkLst>
            <pc:docMk/>
            <pc:sldMk cId="0" sldId="258"/>
            <ac:spMk id="33" creationId="{31458AA8-6B83-5B26-1213-B3FD58F79F16}"/>
          </ac:spMkLst>
        </pc:spChg>
        <pc:spChg chg="add mod">
          <ac:chgData name="shyam raj" userId="331d76c8703e2eb0" providerId="LiveId" clId="{94C59035-94DB-4366-97B2-D686BB8C6267}" dt="2026-07-21T03:26:43.086" v="257" actId="1076"/>
          <ac:spMkLst>
            <pc:docMk/>
            <pc:sldMk cId="0" sldId="258"/>
            <ac:spMk id="35" creationId="{41C77C9E-080C-2E5A-6F37-03B89E6114B7}"/>
          </ac:spMkLst>
        </pc:spChg>
        <pc:spChg chg="add">
          <ac:chgData name="shyam raj" userId="331d76c8703e2eb0" providerId="LiveId" clId="{94C59035-94DB-4366-97B2-D686BB8C6267}" dt="2026-07-21T03:26:18.538" v="251" actId="22"/>
          <ac:spMkLst>
            <pc:docMk/>
            <pc:sldMk cId="0" sldId="258"/>
            <ac:spMk id="39" creationId="{1C2B7353-CFEB-EE10-B894-C10537078DE0}"/>
          </ac:spMkLst>
        </pc:spChg>
        <pc:spChg chg="add mod">
          <ac:chgData name="shyam raj" userId="331d76c8703e2eb0" providerId="LiveId" clId="{94C59035-94DB-4366-97B2-D686BB8C6267}" dt="2026-07-21T03:26:59.274" v="261" actId="1076"/>
          <ac:spMkLst>
            <pc:docMk/>
            <pc:sldMk cId="0" sldId="258"/>
            <ac:spMk id="43" creationId="{BF79B571-98C9-6553-4F89-DD1DC675C76E}"/>
          </ac:spMkLst>
        </pc:spChg>
        <pc:spChg chg="del">
          <ac:chgData name="shyam raj" userId="331d76c8703e2eb0" providerId="LiveId" clId="{94C59035-94DB-4366-97B2-D686BB8C6267}" dt="2026-07-21T03:26:24.051" v="252" actId="478"/>
          <ac:spMkLst>
            <pc:docMk/>
            <pc:sldMk cId="0" sldId="258"/>
            <ac:spMk id="47" creationId="{631534B6-6403-69E9-A900-F025369A0865}"/>
          </ac:spMkLst>
        </pc:spChg>
        <pc:spChg chg="add del">
          <ac:chgData name="shyam raj" userId="331d76c8703e2eb0" providerId="LiveId" clId="{94C59035-94DB-4366-97B2-D686BB8C6267}" dt="2026-07-21T03:27:07.531" v="262" actId="478"/>
          <ac:spMkLst>
            <pc:docMk/>
            <pc:sldMk cId="0" sldId="258"/>
            <ac:spMk id="49" creationId="{E4C42A86-6F45-B777-21DC-5C74447E986E}"/>
          </ac:spMkLst>
        </pc:spChg>
      </pc:sldChg>
      <pc:sldChg chg="addSp delSp modSp mod">
        <pc:chgData name="shyam raj" userId="331d76c8703e2eb0" providerId="LiveId" clId="{94C59035-94DB-4366-97B2-D686BB8C6267}" dt="2026-07-21T04:15:35.540" v="685" actId="113"/>
        <pc:sldMkLst>
          <pc:docMk/>
          <pc:sldMk cId="0" sldId="259"/>
        </pc:sldMkLst>
        <pc:spChg chg="add mod">
          <ac:chgData name="shyam raj" userId="331d76c8703e2eb0" providerId="LiveId" clId="{94C59035-94DB-4366-97B2-D686BB8C6267}" dt="2026-07-21T04:02:38.019" v="580" actId="1076"/>
          <ac:spMkLst>
            <pc:docMk/>
            <pc:sldMk cId="0" sldId="259"/>
            <ac:spMk id="2" creationId="{4449B4F4-49C5-6859-E8ED-95FF73A3AF3F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shyam raj" userId="331d76c8703e2eb0" providerId="LiveId" clId="{94C59035-94DB-4366-97B2-D686BB8C6267}" dt="2026-07-21T04:14:34.849" v="683" actId="14100"/>
          <ac:spMkLst>
            <pc:docMk/>
            <pc:sldMk cId="0" sldId="259"/>
            <ac:spMk id="3" creationId="{4B07E347-FAF6-35D2-65D2-43A7AED581C8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6" creationId="{00000000-0000-0000-0000-000000000000}"/>
          </ac:spMkLst>
        </pc:spChg>
        <pc:spChg chg="add mod">
          <ac:chgData name="shyam raj" userId="331d76c8703e2eb0" providerId="LiveId" clId="{94C59035-94DB-4366-97B2-D686BB8C6267}" dt="2026-07-21T04:15:35.540" v="685" actId="113"/>
          <ac:spMkLst>
            <pc:docMk/>
            <pc:sldMk cId="0" sldId="259"/>
            <ac:spMk id="6" creationId="{644F858E-BD5B-7EB4-76E8-09767D0C9799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6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7" creationId="{00000000-0000-0000-0000-000000000000}"/>
          </ac:spMkLst>
        </pc:spChg>
        <pc:spChg chg="del">
          <ac:chgData name="shyam raj" userId="331d76c8703e2eb0" providerId="LiveId" clId="{94C59035-94DB-4366-97B2-D686BB8C6267}" dt="2026-07-21T03:28:44.699" v="270" actId="478"/>
          <ac:spMkLst>
            <pc:docMk/>
            <pc:sldMk cId="0" sldId="259"/>
            <ac:spMk id="19" creationId="{00000000-0000-0000-0000-000000000000}"/>
          </ac:spMkLst>
        </pc:spChg>
        <pc:spChg chg="add del mod">
          <ac:chgData name="shyam raj" userId="331d76c8703e2eb0" providerId="LiveId" clId="{94C59035-94DB-4366-97B2-D686BB8C6267}" dt="2026-07-21T03:59:40.859" v="498" actId="478"/>
          <ac:spMkLst>
            <pc:docMk/>
            <pc:sldMk cId="0" sldId="259"/>
            <ac:spMk id="24" creationId="{A189DFF4-5620-5F5D-909A-0A3B8C8E4758}"/>
          </ac:spMkLst>
        </pc:spChg>
        <pc:spChg chg="add del mod">
          <ac:chgData name="shyam raj" userId="331d76c8703e2eb0" providerId="LiveId" clId="{94C59035-94DB-4366-97B2-D686BB8C6267}" dt="2026-07-21T03:59:40.859" v="498" actId="478"/>
          <ac:spMkLst>
            <pc:docMk/>
            <pc:sldMk cId="0" sldId="259"/>
            <ac:spMk id="26" creationId="{CC89847A-DCB6-B923-CAAB-9B75609E5FC7}"/>
          </ac:spMkLst>
        </pc:spChg>
        <pc:graphicFrameChg chg="add del mod modGraphic">
          <ac:chgData name="shyam raj" userId="331d76c8703e2eb0" providerId="LiveId" clId="{94C59035-94DB-4366-97B2-D686BB8C6267}" dt="2026-07-21T03:59:40.859" v="498" actId="478"/>
          <ac:graphicFrameMkLst>
            <pc:docMk/>
            <pc:sldMk cId="0" sldId="259"/>
            <ac:graphicFrameMk id="28" creationId="{2BDA2F3A-1E4B-4A49-4DAA-431B3FD14AB9}"/>
          </ac:graphicFrameMkLst>
        </pc:graphicFrameChg>
        <pc:picChg chg="add mod">
          <ac:chgData name="shyam raj" userId="331d76c8703e2eb0" providerId="LiveId" clId="{94C59035-94DB-4366-97B2-D686BB8C6267}" dt="2026-07-21T04:02:34.270" v="579" actId="1076"/>
          <ac:picMkLst>
            <pc:docMk/>
            <pc:sldMk cId="0" sldId="259"/>
            <ac:picMk id="5" creationId="{648E44A9-21C6-FE27-C9FA-71B245F183AE}"/>
          </ac:picMkLst>
        </pc:picChg>
        <pc:picChg chg="add mod">
          <ac:chgData name="shyam raj" userId="331d76c8703e2eb0" providerId="LiveId" clId="{94C59035-94DB-4366-97B2-D686BB8C6267}" dt="2026-07-21T03:28:43.101" v="269" actId="1076"/>
          <ac:picMkLst>
            <pc:docMk/>
            <pc:sldMk cId="0" sldId="259"/>
            <ac:picMk id="23" creationId="{B43BB338-9F5D-A625-B600-AF2A13493151}"/>
          </ac:picMkLst>
        </pc:picChg>
        <pc:picChg chg="add del mod">
          <ac:chgData name="shyam raj" userId="331d76c8703e2eb0" providerId="LiveId" clId="{94C59035-94DB-4366-97B2-D686BB8C6267}" dt="2026-07-21T03:59:40.859" v="498" actId="478"/>
          <ac:picMkLst>
            <pc:docMk/>
            <pc:sldMk cId="0" sldId="259"/>
            <ac:picMk id="30" creationId="{A3A60FD4-5000-C98D-80FE-CA6B56DEEDA4}"/>
          </ac:picMkLst>
        </pc:picChg>
      </pc:sldChg>
      <pc:sldChg chg="addSp delSp modSp mod ord">
        <pc:chgData name="shyam raj" userId="331d76c8703e2eb0" providerId="LiveId" clId="{94C59035-94DB-4366-97B2-D686BB8C6267}" dt="2026-07-21T04:14:14.935" v="681" actId="6549"/>
        <pc:sldMkLst>
          <pc:docMk/>
          <pc:sldMk cId="0" sldId="260"/>
        </pc:sldMkLst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2" creationId="{00000000-0000-0000-0000-000000000000}"/>
          </ac:spMkLst>
        </pc:spChg>
        <pc:spChg chg="add mod">
          <ac:chgData name="shyam raj" userId="331d76c8703e2eb0" providerId="LiveId" clId="{94C59035-94DB-4366-97B2-D686BB8C6267}" dt="2026-07-21T04:13:44.713" v="677" actId="404"/>
          <ac:spMkLst>
            <pc:docMk/>
            <pc:sldMk cId="0" sldId="260"/>
            <ac:spMk id="2" creationId="{7D54C51B-B0EA-F305-61BE-6C518F79C529}"/>
          </ac:spMkLst>
        </pc:spChg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3" creationId="{00000000-0000-0000-0000-000000000000}"/>
          </ac:spMkLst>
        </pc:spChg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shyam raj" userId="331d76c8703e2eb0" providerId="LiveId" clId="{94C59035-94DB-4366-97B2-D686BB8C6267}" dt="2026-07-21T03:29:44.508" v="283" actId="478"/>
          <ac:spMkLst>
            <pc:docMk/>
            <pc:sldMk cId="0" sldId="260"/>
            <ac:spMk id="8" creationId="{00000000-0000-0000-0000-000000000000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13" creationId="{6FDF6447-138B-8A69-5CEE-0162304A219D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19" creationId="{A97DA396-1D8E-1450-8F61-ACFE9A0CEED3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25" creationId="{8C4D903D-4674-C4F3-0107-4CF10F50F403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35" creationId="{A707D8C0-B408-8C1F-E74C-17F37625DA36}"/>
          </ac:spMkLst>
        </pc:spChg>
        <pc:spChg chg="add 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37" creationId="{82BAB421-A7C6-6984-9354-9AAF427ED3D7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39" creationId="{27C9245F-FCBB-BE68-03E7-0A3EEA6110E2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41" creationId="{5780C71D-09A8-F0E8-6EC6-3E6ED373E19C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43" creationId="{93111239-E7F0-9197-93AA-4404D6868630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47" creationId="{1CACC00B-575B-1802-9371-A4D279FEC22F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49" creationId="{1AF2D962-F6C0-0439-5111-5823B7020E53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51" creationId="{595D33E1-AACF-0639-D235-583E86BF03E7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53" creationId="{A79E6191-14B0-993A-139B-8F58D4EE0159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55" creationId="{602ED846-A6FF-9175-45A6-AD099BC96C7B}"/>
          </ac:spMkLst>
        </pc:spChg>
        <pc:spChg chg="add 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57" creationId="{71C53C8E-4D13-8F76-0694-B1C2C322C411}"/>
          </ac:spMkLst>
        </pc:spChg>
        <pc:spChg chg="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65" creationId="{5ABAEF8D-10A8-8F0F-2F2B-58C709B35F32}"/>
          </ac:spMkLst>
        </pc:spChg>
        <pc:spChg chg="add">
          <ac:chgData name="shyam raj" userId="331d76c8703e2eb0" providerId="LiveId" clId="{94C59035-94DB-4366-97B2-D686BB8C6267}" dt="2026-07-21T03:29:40.035" v="281" actId="22"/>
          <ac:spMkLst>
            <pc:docMk/>
            <pc:sldMk cId="0" sldId="260"/>
            <ac:spMk id="67" creationId="{5CC241E9-3CAA-BC57-7B23-D4217DC85F1E}"/>
          </ac:spMkLst>
        </pc:spChg>
        <pc:spChg chg="add del">
          <ac:chgData name="shyam raj" userId="331d76c8703e2eb0" providerId="LiveId" clId="{94C59035-94DB-4366-97B2-D686BB8C6267}" dt="2026-07-21T03:29:43.519" v="282" actId="22"/>
          <ac:spMkLst>
            <pc:docMk/>
            <pc:sldMk cId="0" sldId="260"/>
            <ac:spMk id="69" creationId="{B1905562-38CF-3644-C13A-1C9855CE3018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71" creationId="{5CA2654F-67D2-F0B6-5ED2-A5FA3D01DB5C}"/>
          </ac:spMkLst>
        </pc:spChg>
        <pc:spChg chg="add del mod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75" creationId="{A2A4B0D8-F7F8-1BD5-BD23-DD45B8F0BC7B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91" creationId="{789C58FB-244C-2DDF-F08A-D262D57AD747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95" creationId="{3C0B9BB4-8E2D-0526-E61A-E55875926FEA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109" creationId="{EEC9E8B7-FDA8-A68B-322A-3562FCA8E528}"/>
          </ac:spMkLst>
        </pc:spChg>
        <pc:spChg chg="add">
          <ac:chgData name="shyam raj" userId="331d76c8703e2eb0" providerId="LiveId" clId="{94C59035-94DB-4366-97B2-D686BB8C6267}" dt="2026-07-21T03:29:45.529" v="284" actId="22"/>
          <ac:spMkLst>
            <pc:docMk/>
            <pc:sldMk cId="0" sldId="260"/>
            <ac:spMk id="113" creationId="{7DC75507-A4F1-954A-F39D-F37217500AAE}"/>
          </ac:spMkLst>
        </pc:spChg>
        <pc:spChg chg="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115" creationId="{B76F51F2-887C-0409-F0B3-CF8FC2DB4C70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117" creationId="{9BB64128-273C-080E-A63C-98AC0F1B2150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119" creationId="{7A31ADC0-CF4E-4654-2CE2-3EE93EA74731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121" creationId="{CE4202EE-3423-95C3-1AC2-EDAB6E8B5A51}"/>
          </ac:spMkLst>
        </pc:spChg>
        <pc:spChg chg="add del">
          <ac:chgData name="shyam raj" userId="331d76c8703e2eb0" providerId="LiveId" clId="{94C59035-94DB-4366-97B2-D686BB8C6267}" dt="2026-07-21T03:29:55.644" v="287" actId="22"/>
          <ac:spMkLst>
            <pc:docMk/>
            <pc:sldMk cId="0" sldId="260"/>
            <ac:spMk id="123" creationId="{F8AB7D4E-002B-422E-73FA-A48003334404}"/>
          </ac:spMkLst>
        </pc:spChg>
        <pc:spChg chg="mod">
          <ac:chgData name="shyam raj" userId="331d76c8703e2eb0" providerId="LiveId" clId="{94C59035-94DB-4366-97B2-D686BB8C6267}" dt="2026-07-21T04:14:14.935" v="681" actId="6549"/>
          <ac:spMkLst>
            <pc:docMk/>
            <pc:sldMk cId="0" sldId="260"/>
            <ac:spMk id="131" creationId="{675AE0C0-835F-C4E1-EE93-DFE05F329F06}"/>
          </ac:spMkLst>
        </pc:spChg>
        <pc:spChg chg="add mod">
          <ac:chgData name="shyam raj" userId="331d76c8703e2eb0" providerId="LiveId" clId="{94C59035-94DB-4366-97B2-D686BB8C6267}" dt="2026-07-21T03:30:47.725" v="298" actId="20577"/>
          <ac:spMkLst>
            <pc:docMk/>
            <pc:sldMk cId="0" sldId="260"/>
            <ac:spMk id="133" creationId="{2FA07D5F-4225-C296-FF8E-4DF1FB2740CD}"/>
          </ac:spMkLst>
        </pc:spChg>
        <pc:spChg chg="del">
          <ac:chgData name="shyam raj" userId="331d76c8703e2eb0" providerId="LiveId" clId="{94C59035-94DB-4366-97B2-D686BB8C6267}" dt="2026-07-21T04:08:49.183" v="623" actId="478"/>
          <ac:spMkLst>
            <pc:docMk/>
            <pc:sldMk cId="0" sldId="260"/>
            <ac:spMk id="135" creationId="{279D0CEC-AF04-343D-3C86-9271A8D11AC5}"/>
          </ac:spMkLst>
        </pc:spChg>
        <pc:spChg chg="del">
          <ac:chgData name="shyam raj" userId="331d76c8703e2eb0" providerId="LiveId" clId="{94C59035-94DB-4366-97B2-D686BB8C6267}" dt="2026-07-21T04:08:55.067" v="625" actId="478"/>
          <ac:spMkLst>
            <pc:docMk/>
            <pc:sldMk cId="0" sldId="260"/>
            <ac:spMk id="137" creationId="{A6D83C8A-6798-5190-1672-AA94D5EA33D4}"/>
          </ac:spMkLst>
        </pc:spChg>
        <pc:spChg chg="del">
          <ac:chgData name="shyam raj" userId="331d76c8703e2eb0" providerId="LiveId" clId="{94C59035-94DB-4366-97B2-D686BB8C6267}" dt="2026-07-21T04:08:47.947" v="622" actId="478"/>
          <ac:spMkLst>
            <pc:docMk/>
            <pc:sldMk cId="0" sldId="260"/>
            <ac:spMk id="139" creationId="{E762702C-55AD-410E-9F89-16359A771CDE}"/>
          </ac:spMkLst>
        </pc:spChg>
        <pc:spChg chg="del">
          <ac:chgData name="shyam raj" userId="331d76c8703e2eb0" providerId="LiveId" clId="{94C59035-94DB-4366-97B2-D686BB8C6267}" dt="2026-07-21T04:08:57.138" v="626" actId="478"/>
          <ac:spMkLst>
            <pc:docMk/>
            <pc:sldMk cId="0" sldId="260"/>
            <ac:spMk id="141" creationId="{B963B066-0BFF-E158-7FF4-457DAB7F1CE3}"/>
          </ac:spMkLst>
        </pc:spChg>
        <pc:spChg chg="del">
          <ac:chgData name="shyam raj" userId="331d76c8703e2eb0" providerId="LiveId" clId="{94C59035-94DB-4366-97B2-D686BB8C6267}" dt="2026-07-21T04:09:07.530" v="630" actId="478"/>
          <ac:spMkLst>
            <pc:docMk/>
            <pc:sldMk cId="0" sldId="260"/>
            <ac:spMk id="143" creationId="{752EA006-706F-8D22-195B-893440861B0F}"/>
          </ac:spMkLst>
        </pc:spChg>
        <pc:spChg chg="del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45" creationId="{CEEBB4A6-0139-FDBF-3694-7D5439683919}"/>
          </ac:spMkLst>
        </pc:spChg>
        <pc:spChg chg="add del mod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47" creationId="{57DE74F0-3AC2-8ED4-D216-9A8A887D56CD}"/>
          </ac:spMkLst>
        </pc:spChg>
        <pc:spChg chg="del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49" creationId="{DBD2AB1E-0F8C-A465-F8A1-841B6F1EF632}"/>
          </ac:spMkLst>
        </pc:spChg>
        <pc:spChg chg="add del mod">
          <ac:chgData name="shyam raj" userId="331d76c8703e2eb0" providerId="LiveId" clId="{94C59035-94DB-4366-97B2-D686BB8C6267}" dt="2026-07-21T04:09:05.629" v="629" actId="478"/>
          <ac:spMkLst>
            <pc:docMk/>
            <pc:sldMk cId="0" sldId="260"/>
            <ac:spMk id="151" creationId="{783BFFEE-2BE6-960A-2651-35103864D182}"/>
          </ac:spMkLst>
        </pc:spChg>
        <pc:spChg chg="del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53" creationId="{D73888D7-97CF-0CF6-0AC2-CAFEF163D7D1}"/>
          </ac:spMkLst>
        </pc:spChg>
        <pc:spChg chg="add del mod">
          <ac:chgData name="shyam raj" userId="331d76c8703e2eb0" providerId="LiveId" clId="{94C59035-94DB-4366-97B2-D686BB8C6267}" dt="2026-07-21T04:09:01.004" v="628" actId="478"/>
          <ac:spMkLst>
            <pc:docMk/>
            <pc:sldMk cId="0" sldId="260"/>
            <ac:spMk id="155" creationId="{D436E6A1-4CD1-7ED0-F64D-DEF2ABEA5A22}"/>
          </ac:spMkLst>
        </pc:spChg>
        <pc:spChg chg="del">
          <ac:chgData name="shyam raj" userId="331d76c8703e2eb0" providerId="LiveId" clId="{94C59035-94DB-4366-97B2-D686BB8C6267}" dt="2026-07-21T04:08:59.126" v="627" actId="478"/>
          <ac:spMkLst>
            <pc:docMk/>
            <pc:sldMk cId="0" sldId="260"/>
            <ac:spMk id="157" creationId="{A3CEDC06-B36D-B6E0-10C7-17E34F0F84E0}"/>
          </ac:spMkLst>
        </pc:spChg>
        <pc:spChg chg="add del mod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59" creationId="{8661520B-F9E0-C1E8-2067-7629A619861D}"/>
          </ac:spMkLst>
        </pc:spChg>
        <pc:spChg chg="del">
          <ac:chgData name="shyam raj" userId="331d76c8703e2eb0" providerId="LiveId" clId="{94C59035-94DB-4366-97B2-D686BB8C6267}" dt="2026-07-21T04:09:23.418" v="634" actId="478"/>
          <ac:spMkLst>
            <pc:docMk/>
            <pc:sldMk cId="0" sldId="260"/>
            <ac:spMk id="161" creationId="{889136DD-2FA9-BAAE-B99A-8D8A80093CD3}"/>
          </ac:spMkLst>
        </pc:spChg>
        <pc:spChg chg="del">
          <ac:chgData name="shyam raj" userId="331d76c8703e2eb0" providerId="LiveId" clId="{94C59035-94DB-4366-97B2-D686BB8C6267}" dt="2026-07-21T04:08:51.420" v="624" actId="478"/>
          <ac:spMkLst>
            <pc:docMk/>
            <pc:sldMk cId="0" sldId="260"/>
            <ac:spMk id="163" creationId="{F932E3B9-317E-3BE5-F688-ED602F7BBAC2}"/>
          </ac:spMkLst>
        </pc:spChg>
        <pc:spChg chg="del">
          <ac:chgData name="shyam raj" userId="331d76c8703e2eb0" providerId="LiveId" clId="{94C59035-94DB-4366-97B2-D686BB8C6267}" dt="2026-07-21T04:09:35.846" v="639" actId="478"/>
          <ac:spMkLst>
            <pc:docMk/>
            <pc:sldMk cId="0" sldId="260"/>
            <ac:spMk id="165" creationId="{50077B5A-F6C1-5D2A-FCB7-176D0F3D031E}"/>
          </ac:spMkLst>
        </pc:spChg>
        <pc:spChg chg="del">
          <ac:chgData name="shyam raj" userId="331d76c8703e2eb0" providerId="LiveId" clId="{94C59035-94DB-4366-97B2-D686BB8C6267}" dt="2026-07-21T04:09:16.869" v="632" actId="478"/>
          <ac:spMkLst>
            <pc:docMk/>
            <pc:sldMk cId="0" sldId="260"/>
            <ac:spMk id="167" creationId="{8B6D658F-D41F-B1CE-3986-A684E29ACAF2}"/>
          </ac:spMkLst>
        </pc:spChg>
        <pc:spChg chg="add del mod">
          <ac:chgData name="shyam raj" userId="331d76c8703e2eb0" providerId="LiveId" clId="{94C59035-94DB-4366-97B2-D686BB8C6267}" dt="2026-07-21T04:09:16.869" v="632" actId="478"/>
          <ac:spMkLst>
            <pc:docMk/>
            <pc:sldMk cId="0" sldId="260"/>
            <ac:spMk id="169" creationId="{8409BDB5-2765-E4AD-FB59-ECE2424C0229}"/>
          </ac:spMkLst>
        </pc:spChg>
        <pc:spChg chg="del">
          <ac:chgData name="shyam raj" userId="331d76c8703e2eb0" providerId="LiveId" clId="{94C59035-94DB-4366-97B2-D686BB8C6267}" dt="2026-07-21T04:09:27.652" v="635" actId="478"/>
          <ac:spMkLst>
            <pc:docMk/>
            <pc:sldMk cId="0" sldId="260"/>
            <ac:spMk id="171" creationId="{A6368710-9F0E-24F9-716A-D1AD4A1E1197}"/>
          </ac:spMkLst>
        </pc:spChg>
        <pc:spChg chg="del">
          <ac:chgData name="shyam raj" userId="331d76c8703e2eb0" providerId="LiveId" clId="{94C59035-94DB-4366-97B2-D686BB8C6267}" dt="2026-07-21T04:09:30.651" v="637" actId="478"/>
          <ac:spMkLst>
            <pc:docMk/>
            <pc:sldMk cId="0" sldId="260"/>
            <ac:spMk id="173" creationId="{50800133-384E-30FE-2219-3C0B6F81DA95}"/>
          </ac:spMkLst>
        </pc:spChg>
        <pc:spChg chg="del">
          <ac:chgData name="shyam raj" userId="331d76c8703e2eb0" providerId="LiveId" clId="{94C59035-94DB-4366-97B2-D686BB8C6267}" dt="2026-07-21T04:09:29.171" v="636" actId="478"/>
          <ac:spMkLst>
            <pc:docMk/>
            <pc:sldMk cId="0" sldId="260"/>
            <ac:spMk id="175" creationId="{CBBA6545-00F4-9F95-5577-B325C7A6CA0C}"/>
          </ac:spMkLst>
        </pc:spChg>
        <pc:spChg chg="add del mod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77" creationId="{38277BCC-798C-CBBD-6F2E-67965C7C281F}"/>
          </ac:spMkLst>
        </pc:spChg>
        <pc:spChg chg="del">
          <ac:chgData name="shyam raj" userId="331d76c8703e2eb0" providerId="LiveId" clId="{94C59035-94DB-4366-97B2-D686BB8C6267}" dt="2026-07-21T04:09:16.869" v="632" actId="478"/>
          <ac:spMkLst>
            <pc:docMk/>
            <pc:sldMk cId="0" sldId="260"/>
            <ac:spMk id="179" creationId="{A3DFC45B-A959-F922-07C9-A0039216D25F}"/>
          </ac:spMkLst>
        </pc:spChg>
        <pc:spChg chg="add del mod">
          <ac:chgData name="shyam raj" userId="331d76c8703e2eb0" providerId="LiveId" clId="{94C59035-94DB-4366-97B2-D686BB8C6267}" dt="2026-07-21T04:09:16.869" v="632" actId="478"/>
          <ac:spMkLst>
            <pc:docMk/>
            <pc:sldMk cId="0" sldId="260"/>
            <ac:spMk id="181" creationId="{3F685265-863D-74BB-EEFE-AA83DFDC194A}"/>
          </ac:spMkLst>
        </pc:spChg>
        <pc:spChg chg="add del mod">
          <ac:chgData name="shyam raj" userId="331d76c8703e2eb0" providerId="LiveId" clId="{94C59035-94DB-4366-97B2-D686BB8C6267}" dt="2026-07-21T04:09:16.869" v="632" actId="478"/>
          <ac:spMkLst>
            <pc:docMk/>
            <pc:sldMk cId="0" sldId="260"/>
            <ac:spMk id="183" creationId="{8D8C54B2-5290-8C30-7413-B1309F737441}"/>
          </ac:spMkLst>
        </pc:spChg>
        <pc:spChg chg="add del mod">
          <ac:chgData name="shyam raj" userId="331d76c8703e2eb0" providerId="LiveId" clId="{94C59035-94DB-4366-97B2-D686BB8C6267}" dt="2026-07-21T04:09:13.313" v="631" actId="478"/>
          <ac:spMkLst>
            <pc:docMk/>
            <pc:sldMk cId="0" sldId="260"/>
            <ac:spMk id="185" creationId="{309A9395-7D73-08CD-EAB5-C9A3CD35A45D}"/>
          </ac:spMkLst>
        </pc:spChg>
        <pc:spChg chg="del">
          <ac:chgData name="shyam raj" userId="331d76c8703e2eb0" providerId="LiveId" clId="{94C59035-94DB-4366-97B2-D686BB8C6267}" dt="2026-07-21T04:09:32.848" v="638" actId="478"/>
          <ac:spMkLst>
            <pc:docMk/>
            <pc:sldMk cId="0" sldId="260"/>
            <ac:spMk id="187" creationId="{183CFA8F-99CA-65DD-8620-C78AED5AB870}"/>
          </ac:spMkLst>
        </pc:spChg>
        <pc:spChg chg="del">
          <ac:chgData name="shyam raj" userId="331d76c8703e2eb0" providerId="LiveId" clId="{94C59035-94DB-4366-97B2-D686BB8C6267}" dt="2026-07-21T04:09:21.572" v="633" actId="478"/>
          <ac:spMkLst>
            <pc:docMk/>
            <pc:sldMk cId="0" sldId="260"/>
            <ac:spMk id="189" creationId="{656D882D-6983-768F-81BB-A140F1EFD76A}"/>
          </ac:spMkLst>
        </pc:spChg>
        <pc:picChg chg="add del mod">
          <ac:chgData name="shyam raj" userId="331d76c8703e2eb0" providerId="LiveId" clId="{94C59035-94DB-4366-97B2-D686BB8C6267}" dt="2026-07-21T03:29:44.508" v="283" actId="478"/>
          <ac:picMkLst>
            <pc:docMk/>
            <pc:sldMk cId="0" sldId="260"/>
            <ac:picMk id="10" creationId="{6607C063-1200-BCB2-02C5-DF80EEB2315B}"/>
          </ac:picMkLst>
        </pc:picChg>
        <pc:picChg chg="add mod">
          <ac:chgData name="shyam raj" userId="331d76c8703e2eb0" providerId="LiveId" clId="{94C59035-94DB-4366-97B2-D686BB8C6267}" dt="2026-07-21T03:30:58.306" v="299" actId="14100"/>
          <ac:picMkLst>
            <pc:docMk/>
            <pc:sldMk cId="0" sldId="260"/>
            <ac:picMk id="191" creationId="{32828AFC-4C4B-56C8-37C0-B6A01CC6FCA0}"/>
          </ac:picMkLst>
        </pc:picChg>
      </pc:sldChg>
      <pc:sldChg chg="addSp delSp modSp mod">
        <pc:chgData name="shyam raj" userId="331d76c8703e2eb0" providerId="LiveId" clId="{94C59035-94DB-4366-97B2-D686BB8C6267}" dt="2026-07-21T03:32:43.533" v="311" actId="1076"/>
        <pc:sldMkLst>
          <pc:docMk/>
          <pc:sldMk cId="0" sldId="261"/>
        </pc:sldMkLst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2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3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4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5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6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7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8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9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12" creationId="{00000000-0000-0000-0000-000000000000}"/>
          </ac:spMkLst>
        </pc:spChg>
        <pc:spChg chg="del">
          <ac:chgData name="shyam raj" userId="331d76c8703e2eb0" providerId="LiveId" clId="{94C59035-94DB-4366-97B2-D686BB8C6267}" dt="2026-07-21T03:31:25.383" v="300" actId="478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hyam raj" userId="331d76c8703e2eb0" providerId="LiveId" clId="{94C59035-94DB-4366-97B2-D686BB8C6267}" dt="2026-07-21T03:32:33.898" v="309" actId="1076"/>
          <ac:spMkLst>
            <pc:docMk/>
            <pc:sldMk cId="0" sldId="261"/>
            <ac:spMk id="17" creationId="{982D85E4-66F2-2980-6994-1F13B46D6469}"/>
          </ac:spMkLst>
        </pc:spChg>
        <pc:spChg chg="add del mod">
          <ac:chgData name="shyam raj" userId="331d76c8703e2eb0" providerId="LiveId" clId="{94C59035-94DB-4366-97B2-D686BB8C6267}" dt="2026-07-21T03:31:41.650" v="304" actId="478"/>
          <ac:spMkLst>
            <pc:docMk/>
            <pc:sldMk cId="0" sldId="261"/>
            <ac:spMk id="19" creationId="{CD946995-5625-9CC9-3099-57DD8664F351}"/>
          </ac:spMkLst>
        </pc:spChg>
        <pc:spChg chg="add">
          <ac:chgData name="shyam raj" userId="331d76c8703e2eb0" providerId="LiveId" clId="{94C59035-94DB-4366-97B2-D686BB8C6267}" dt="2026-07-21T03:31:26.141" v="301" actId="22"/>
          <ac:spMkLst>
            <pc:docMk/>
            <pc:sldMk cId="0" sldId="261"/>
            <ac:spMk id="21" creationId="{E15D3A8F-022C-0BA9-F9F8-E67B0EC00A16}"/>
          </ac:spMkLst>
        </pc:spChg>
        <pc:spChg chg="add 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23" creationId="{330CA07B-39A9-307B-FA26-5953DD526171}"/>
          </ac:spMkLst>
        </pc:spChg>
        <pc:spChg chg="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25" creationId="{7D8F6608-966F-D5E3-4F2E-0D4B7F6CE89C}"/>
          </ac:spMkLst>
        </pc:spChg>
        <pc:spChg chg="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27" creationId="{6C8C8EA9-90F0-CDFC-1273-1DFFEB9D4AAA}"/>
          </ac:spMkLst>
        </pc:spChg>
        <pc:spChg chg="add del mod">
          <ac:chgData name="shyam raj" userId="331d76c8703e2eb0" providerId="LiveId" clId="{94C59035-94DB-4366-97B2-D686BB8C6267}" dt="2026-07-21T03:31:49.180" v="305" actId="478"/>
          <ac:spMkLst>
            <pc:docMk/>
            <pc:sldMk cId="0" sldId="261"/>
            <ac:spMk id="29" creationId="{1472901C-B503-7F91-9963-EB9D1C32FCAB}"/>
          </ac:spMkLst>
        </pc:spChg>
        <pc:spChg chg="mod">
          <ac:chgData name="shyam raj" userId="331d76c8703e2eb0" providerId="LiveId" clId="{94C59035-94DB-4366-97B2-D686BB8C6267}" dt="2026-07-21T03:31:31.246" v="302" actId="1076"/>
          <ac:spMkLst>
            <pc:docMk/>
            <pc:sldMk cId="0" sldId="261"/>
            <ac:spMk id="31" creationId="{BA60ADA8-1533-C087-A99E-71970E413ADB}"/>
          </ac:spMkLst>
        </pc:spChg>
        <pc:spChg chg="add 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33" creationId="{8F829CA2-C577-B506-EC1F-CDF672BEC550}"/>
          </ac:spMkLst>
        </pc:spChg>
        <pc:spChg chg="add 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35" creationId="{ACDA85A6-B6D0-4375-A4F8-74AD747C07BF}"/>
          </ac:spMkLst>
        </pc:spChg>
        <pc:spChg chg="add del mod">
          <ac:chgData name="shyam raj" userId="331d76c8703e2eb0" providerId="LiveId" clId="{94C59035-94DB-4366-97B2-D686BB8C6267}" dt="2026-07-21T03:31:51.078" v="306" actId="478"/>
          <ac:spMkLst>
            <pc:docMk/>
            <pc:sldMk cId="0" sldId="261"/>
            <ac:spMk id="39" creationId="{D049C577-A1D8-F2E0-D727-6211D9F75F86}"/>
          </ac:spMkLst>
        </pc:spChg>
        <pc:spChg chg="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43" creationId="{F1430DF8-0E06-ED8C-3A5F-9342B8D34E9E}"/>
          </ac:spMkLst>
        </pc:spChg>
        <pc:spChg chg="add 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45" creationId="{47B26516-7ECA-40B4-8B63-0357DDDE96D6}"/>
          </ac:spMkLst>
        </pc:spChg>
        <pc:spChg chg="add 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47" creationId="{16F8121D-E5BD-C4F2-699A-44A0940AC72A}"/>
          </ac:spMkLst>
        </pc:spChg>
        <pc:spChg chg="del">
          <ac:chgData name="shyam raj" userId="331d76c8703e2eb0" providerId="LiveId" clId="{94C59035-94DB-4366-97B2-D686BB8C6267}" dt="2026-07-21T03:31:54.346" v="307" actId="478"/>
          <ac:spMkLst>
            <pc:docMk/>
            <pc:sldMk cId="0" sldId="261"/>
            <ac:spMk id="49" creationId="{E490549E-047D-B956-9B10-A622DA6211D5}"/>
          </ac:spMkLst>
        </pc:spChg>
        <pc:spChg chg="add">
          <ac:chgData name="shyam raj" userId="331d76c8703e2eb0" providerId="LiveId" clId="{94C59035-94DB-4366-97B2-D686BB8C6267}" dt="2026-07-21T03:31:26.141" v="301" actId="22"/>
          <ac:spMkLst>
            <pc:docMk/>
            <pc:sldMk cId="0" sldId="261"/>
            <ac:spMk id="51" creationId="{1EA70013-F93C-B347-E6D0-4BAE4E6D7590}"/>
          </ac:spMkLst>
        </pc:spChg>
        <pc:spChg chg="mod">
          <ac:chgData name="shyam raj" userId="331d76c8703e2eb0" providerId="LiveId" clId="{94C59035-94DB-4366-97B2-D686BB8C6267}" dt="2026-07-21T03:31:57.912" v="308" actId="207"/>
          <ac:spMkLst>
            <pc:docMk/>
            <pc:sldMk cId="0" sldId="261"/>
            <ac:spMk id="55" creationId="{2683B0D9-7A8D-0E62-1161-2CCE8C16083B}"/>
          </ac:spMkLst>
        </pc:spChg>
        <pc:picChg chg="add mod">
          <ac:chgData name="shyam raj" userId="331d76c8703e2eb0" providerId="LiveId" clId="{94C59035-94DB-4366-97B2-D686BB8C6267}" dt="2026-07-21T03:32:43.533" v="311" actId="1076"/>
          <ac:picMkLst>
            <pc:docMk/>
            <pc:sldMk cId="0" sldId="261"/>
            <ac:picMk id="59" creationId="{47B5B614-DA10-B56D-7014-D01CCBE40A5B}"/>
          </ac:picMkLst>
        </pc:picChg>
      </pc:sldChg>
      <pc:sldChg chg="addSp delSp modSp mod">
        <pc:chgData name="shyam raj" userId="331d76c8703e2eb0" providerId="LiveId" clId="{94C59035-94DB-4366-97B2-D686BB8C6267}" dt="2026-07-21T03:35:16.931" v="324" actId="1076"/>
        <pc:sldMkLst>
          <pc:docMk/>
          <pc:sldMk cId="0" sldId="262"/>
        </pc:sldMkLst>
        <pc:spChg chg="mod">
          <ac:chgData name="shyam raj" userId="331d76c8703e2eb0" providerId="LiveId" clId="{94C59035-94DB-4366-97B2-D686BB8C6267}" dt="2026-07-21T03:33:38.133" v="314" actId="6549"/>
          <ac:spMkLst>
            <pc:docMk/>
            <pc:sldMk cId="0" sldId="262"/>
            <ac:spMk id="3" creationId="{00000000-0000-0000-0000-000000000000}"/>
          </ac:spMkLst>
        </pc:spChg>
        <pc:spChg chg="del mod">
          <ac:chgData name="shyam raj" userId="331d76c8703e2eb0" providerId="LiveId" clId="{94C59035-94DB-4366-97B2-D686BB8C6267}" dt="2026-07-21T03:34:39.110" v="315" actId="478"/>
          <ac:spMkLst>
            <pc:docMk/>
            <pc:sldMk cId="0" sldId="262"/>
            <ac:spMk id="4" creationId="{00000000-0000-0000-0000-000000000000}"/>
          </ac:spMkLst>
        </pc:spChg>
        <pc:spChg chg="del">
          <ac:chgData name="shyam raj" userId="331d76c8703e2eb0" providerId="LiveId" clId="{94C59035-94DB-4366-97B2-D686BB8C6267}" dt="2026-07-21T03:34:42.635" v="316" actId="478"/>
          <ac:spMkLst>
            <pc:docMk/>
            <pc:sldMk cId="0" sldId="262"/>
            <ac:spMk id="5" creationId="{00000000-0000-0000-0000-000000000000}"/>
          </ac:spMkLst>
        </pc:spChg>
        <pc:spChg chg="mod">
          <ac:chgData name="shyam raj" userId="331d76c8703e2eb0" providerId="LiveId" clId="{94C59035-94DB-4366-97B2-D686BB8C6267}" dt="2026-07-21T03:35:14.429" v="323" actId="12"/>
          <ac:spMkLst>
            <pc:docMk/>
            <pc:sldMk cId="0" sldId="262"/>
            <ac:spMk id="6" creationId="{00000000-0000-0000-0000-000000000000}"/>
          </ac:spMkLst>
        </pc:spChg>
        <pc:picChg chg="add mod">
          <ac:chgData name="shyam raj" userId="331d76c8703e2eb0" providerId="LiveId" clId="{94C59035-94DB-4366-97B2-D686BB8C6267}" dt="2026-07-21T03:35:16.931" v="324" actId="1076"/>
          <ac:picMkLst>
            <pc:docMk/>
            <pc:sldMk cId="0" sldId="262"/>
            <ac:picMk id="9" creationId="{BBFEE4D6-1BBD-6EE8-B6F2-0B1B5FB159D9}"/>
          </ac:picMkLst>
        </pc:picChg>
      </pc:sldChg>
      <pc:sldChg chg="addSp modSp new mod">
        <pc:chgData name="shyam raj" userId="331d76c8703e2eb0" providerId="LiveId" clId="{94C59035-94DB-4366-97B2-D686BB8C6267}" dt="2026-07-16T06:03:11.877" v="100" actId="1076"/>
        <pc:sldMkLst>
          <pc:docMk/>
          <pc:sldMk cId="244889611" sldId="263"/>
        </pc:sldMkLst>
        <pc:spChg chg="add mod">
          <ac:chgData name="shyam raj" userId="331d76c8703e2eb0" providerId="LiveId" clId="{94C59035-94DB-4366-97B2-D686BB8C6267}" dt="2026-07-16T06:03:11.877" v="100" actId="1076"/>
          <ac:spMkLst>
            <pc:docMk/>
            <pc:sldMk cId="244889611" sldId="263"/>
            <ac:spMk id="4" creationId="{B625DC6F-3DF9-481B-C93C-19211E969B74}"/>
          </ac:spMkLst>
        </pc:spChg>
        <pc:picChg chg="add mod">
          <ac:chgData name="shyam raj" userId="331d76c8703e2eb0" providerId="LiveId" clId="{94C59035-94DB-4366-97B2-D686BB8C6267}" dt="2026-07-16T06:01:55.418" v="64" actId="1076"/>
          <ac:picMkLst>
            <pc:docMk/>
            <pc:sldMk cId="244889611" sldId="263"/>
            <ac:picMk id="3" creationId="{D087ADE7-39EA-60AC-9900-0BD8EE2EB51C}"/>
          </ac:picMkLst>
        </pc:picChg>
      </pc:sldChg>
      <pc:sldChg chg="addSp modSp new mod">
        <pc:chgData name="shyam raj" userId="331d76c8703e2eb0" providerId="LiveId" clId="{94C59035-94DB-4366-97B2-D686BB8C6267}" dt="2026-07-21T03:56:20.163" v="460" actId="1076"/>
        <pc:sldMkLst>
          <pc:docMk/>
          <pc:sldMk cId="3971860206" sldId="264"/>
        </pc:sldMkLst>
        <pc:spChg chg="add mod">
          <ac:chgData name="shyam raj" userId="331d76c8703e2eb0" providerId="LiveId" clId="{94C59035-94DB-4366-97B2-D686BB8C6267}" dt="2026-07-21T03:55:33.798" v="413" actId="1076"/>
          <ac:spMkLst>
            <pc:docMk/>
            <pc:sldMk cId="3971860206" sldId="264"/>
            <ac:spMk id="3" creationId="{DA9F905A-9DF0-B82C-5610-BAED0BF468C3}"/>
          </ac:spMkLst>
        </pc:spChg>
        <pc:spChg chg="add mod">
          <ac:chgData name="shyam raj" userId="331d76c8703e2eb0" providerId="LiveId" clId="{94C59035-94DB-4366-97B2-D686BB8C6267}" dt="2026-07-21T03:56:20.163" v="460" actId="1076"/>
          <ac:spMkLst>
            <pc:docMk/>
            <pc:sldMk cId="3971860206" sldId="264"/>
            <ac:spMk id="6" creationId="{56FB3D4B-AF97-4B27-AAFD-974D5F6F12EB}"/>
          </ac:spMkLst>
        </pc:spChg>
        <pc:picChg chg="add">
          <ac:chgData name="shyam raj" userId="331d76c8703e2eb0" providerId="LiveId" clId="{94C59035-94DB-4366-97B2-D686BB8C6267}" dt="2026-07-21T03:55:30.341" v="412" actId="22"/>
          <ac:picMkLst>
            <pc:docMk/>
            <pc:sldMk cId="3971860206" sldId="264"/>
            <ac:picMk id="5" creationId="{F41A214D-BE9C-5BB9-A520-985E181782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7469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1868482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kern="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ENTITY-RELATIONSHIP MODELING</a:t>
            </a:r>
            <a:endParaRPr 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Strong vs Weak Entities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554084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Presented by: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849105"/>
            <a:ext cx="10698480" cy="12836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400"/>
              </a:lnSpc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ts val="2400"/>
              </a:lnSpc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B.Shyam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raj</a:t>
            </a:r>
          </a:p>
          <a:p>
            <a:pPr marL="0" indent="0" algn="ctr">
              <a:lnSpc>
                <a:spcPts val="24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1924211176</a:t>
            </a:r>
          </a:p>
          <a:p>
            <a:pPr marL="0" indent="0" algn="ctr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CSA0506 : DATABASE MANAGEMENT SYSTEMS</a:t>
            </a:r>
          </a:p>
          <a:p>
            <a:pPr marL="0" indent="0" algn="ctr">
              <a:lnSpc>
                <a:spcPts val="2400"/>
              </a:lnSpc>
              <a:buNone/>
            </a:pPr>
            <a:r>
              <a:rPr lang="en-US" sz="1600" dirty="0" err="1">
                <a:solidFill>
                  <a:srgbClr val="1A1A1A"/>
                </a:solidFill>
                <a:latin typeface="Times New Roman" panose="02020603050405020304" pitchFamily="18" charset="0"/>
                <a:ea typeface="Times New Roman" pitchFamily="34" charset="-122"/>
                <a:cs typeface="Times New Roman" panose="02020603050405020304" pitchFamily="18" charset="0"/>
              </a:rPr>
              <a:t>Dr.R.Hemavathi</a:t>
            </a:r>
            <a:endParaRPr lang="en-US" sz="1600" dirty="0">
              <a:solidFill>
                <a:srgbClr val="1A1A1A"/>
              </a:solidFill>
              <a:latin typeface="Times New Roman" panose="02020603050405020304" pitchFamily="18" charset="0"/>
              <a:ea typeface="Times New Roman" pitchFamily="34" charset="-122"/>
              <a:cs typeface="Times New Roman" panose="02020603050405020304" pitchFamily="18" charset="0"/>
            </a:endParaRPr>
          </a:p>
          <a:p>
            <a:pPr marL="0" indent="0" algn="ctr">
              <a:lnSpc>
                <a:spcPts val="2400"/>
              </a:lnSpc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1042" y="5303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Presentation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6128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6A46C9-FADB-3B26-EBA6-13E2BF4DB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32" y="327554"/>
            <a:ext cx="11263336" cy="12269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7E661-4929-3490-F815-FFD2D2472E3F}"/>
              </a:ext>
            </a:extLst>
          </p:cNvPr>
          <p:cNvSpPr txBox="1"/>
          <p:nvPr/>
        </p:nvSpPr>
        <p:spPr>
          <a:xfrm>
            <a:off x="144379" y="2807368"/>
            <a:ext cx="1150218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 of ER modeling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Entity-Relationship modeling is a conceptual technique used to design databases by representing real-world data as entities and defining the relationships between them before actual implementation.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entities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These are entities that can be uniquely identified using their own primary key and exist independently, without relying on any other entity in the database.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 entities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These entities lack a standalone primary key and depend on a related strong (owner) entity for both identification (via a partial key) and existence.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the distinction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Correctly classifying entities as strong or weak ensures accurate schema design, proper key structuring, and reliable data integrity through relationships like cascading deletes.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73FD1-66E2-1AE5-0965-A414495F835E}"/>
              </a:ext>
            </a:extLst>
          </p:cNvPr>
          <p:cNvSpPr txBox="1"/>
          <p:nvPr/>
        </p:nvSpPr>
        <p:spPr>
          <a:xfrm>
            <a:off x="3168315" y="1893986"/>
            <a:ext cx="5454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449EA40-0899-F29D-42A6-8A6ED435C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" y="270933"/>
            <a:ext cx="1125855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9F905A-9DF0-B82C-5610-BAED0BF468C3}"/>
              </a:ext>
            </a:extLst>
          </p:cNvPr>
          <p:cNvSpPr txBox="1"/>
          <p:nvPr/>
        </p:nvSpPr>
        <p:spPr>
          <a:xfrm>
            <a:off x="357652" y="2598821"/>
            <a:ext cx="1171073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structure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 strong entity has its own primary key; a weak entity has only a partial key (discriminator), unique only within its owner.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Existence dependency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Weak entities require total participation in an identifying relationship with their owner entity — they cannot exist in the database without it.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Composite key rule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 weak entity's true primary key = Owner's foreign key + partial key (e.g.,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EmployeeID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DependentName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Referential integrity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Deleting the owner record typically cascades (ON DELETE CASCADE) to remove dependent weak entity rows, preserving data consistency. 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Notation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Strong entities use single-line rectangles/diamonds; weak entities use double-line rectangles and double-line identifying relationship diamonds.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1A214D-BE9C-5BB9-A520-985E18178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52" y="320653"/>
            <a:ext cx="11263336" cy="12269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FB3D4B-AF97-4B27-AAFD-974D5F6F12EB}"/>
              </a:ext>
            </a:extLst>
          </p:cNvPr>
          <p:cNvSpPr txBox="1"/>
          <p:nvPr/>
        </p:nvSpPr>
        <p:spPr>
          <a:xfrm>
            <a:off x="2123172" y="1796854"/>
            <a:ext cx="77322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TECHNICAL EXPLAINATION</a:t>
            </a:r>
          </a:p>
        </p:txBody>
      </p:sp>
    </p:spTree>
    <p:extLst>
      <p:ext uri="{BB962C8B-B14F-4D97-AF65-F5344CB8AC3E}">
        <p14:creationId xmlns:p14="http://schemas.microsoft.com/office/powerpoint/2010/main" val="3971860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>
            <a:extLst>
              <a:ext uri="{FF2B5EF4-FFF2-40B4-BE49-F238E27FC236}">
                <a16:creationId xmlns:a16="http://schemas.microsoft.com/office/drawing/2014/main" id="{675AE0C0-835F-C4E1-EE93-DFE05F329F06}"/>
              </a:ext>
            </a:extLst>
          </p:cNvPr>
          <p:cNvSpPr/>
          <p:nvPr/>
        </p:nvSpPr>
        <p:spPr>
          <a:xfrm>
            <a:off x="472440" y="10058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b="1" dirty="0">
              <a:solidFill>
                <a:srgbClr val="1B2733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>
              <a:buNone/>
            </a:pPr>
            <a:r>
              <a:rPr lang="en-US" sz="28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Real-World Systems</a:t>
            </a:r>
            <a:endParaRPr lang="en-US" sz="2800" dirty="0"/>
          </a:p>
        </p:txBody>
      </p:sp>
      <p:sp>
        <p:nvSpPr>
          <p:cNvPr id="133" name="Text 1">
            <a:extLst>
              <a:ext uri="{FF2B5EF4-FFF2-40B4-BE49-F238E27FC236}">
                <a16:creationId xmlns:a16="http://schemas.microsoft.com/office/drawing/2014/main" id="{2FA07D5F-4225-C296-FF8E-4DF1FB2740CD}"/>
              </a:ext>
            </a:extLst>
          </p:cNvPr>
          <p:cNvSpPr/>
          <p:nvPr/>
        </p:nvSpPr>
        <p:spPr>
          <a:xfrm>
            <a:off x="472440" y="1527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i="1" dirty="0">
              <a:solidFill>
                <a:srgbClr val="5A6B7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 and weak entities show up in everyday database schemas</a:t>
            </a:r>
            <a:endParaRPr lang="en-US" sz="1300" dirty="0"/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32828AFC-4C4B-56C8-37C0-B6A01CC6F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343" y="37548"/>
            <a:ext cx="10647297" cy="11145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54C51B-B0EA-F305-61BE-6C518F79C529}"/>
              </a:ext>
            </a:extLst>
          </p:cNvPr>
          <p:cNvSpPr txBox="1"/>
          <p:nvPr/>
        </p:nvSpPr>
        <p:spPr>
          <a:xfrm>
            <a:off x="472440" y="2242868"/>
            <a:ext cx="1142338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Bank Account &amp; Transaction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-Account (strong,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AccountNumber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vs. Transaction (weak, identified by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TransactionID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AccountNumber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 &amp; Order Item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-Order (strong, OrderID) vs. Order Item (weak, identified by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ItemLineNumber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OrderID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Building &amp; Room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-Building (strong,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BuildingID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vs. Room (weak, identified by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RoomNumber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BuildingID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&amp; Dependent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-Employee (strong,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EmployeeID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vs. Dependent (weak, identified by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DependentName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EmployeeID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49B4F4-49C5-6859-E8ED-95FF73A3AF3F}"/>
              </a:ext>
            </a:extLst>
          </p:cNvPr>
          <p:cNvSpPr txBox="1"/>
          <p:nvPr/>
        </p:nvSpPr>
        <p:spPr>
          <a:xfrm>
            <a:off x="502843" y="1808743"/>
            <a:ext cx="107802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 AND FUTURE 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07E347-FAF6-35D2-65D2-43A7AED581C8}"/>
              </a:ext>
            </a:extLst>
          </p:cNvPr>
          <p:cNvSpPr txBox="1"/>
          <p:nvPr/>
        </p:nvSpPr>
        <p:spPr>
          <a:xfrm>
            <a:off x="481263" y="2791324"/>
            <a:ext cx="388370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schema detection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NoSQL and hybrid models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constraint modeling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modern ORMs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improvements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8E44A9-21C6-FE27-C9FA-71B245F18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343" y="296341"/>
            <a:ext cx="10647297" cy="11145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4F858E-BD5B-7EB4-76E8-09767D0C9799}"/>
              </a:ext>
            </a:extLst>
          </p:cNvPr>
          <p:cNvSpPr txBox="1"/>
          <p:nvPr/>
        </p:nvSpPr>
        <p:spPr>
          <a:xfrm>
            <a:off x="6564702" y="2791324"/>
            <a:ext cx="400265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overhead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Cascading risks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expressiveness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and notation inconsistency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982D85E4-66F2-2980-6994-1F13B46D6469}"/>
              </a:ext>
            </a:extLst>
          </p:cNvPr>
          <p:cNvSpPr/>
          <p:nvPr/>
        </p:nvSpPr>
        <p:spPr>
          <a:xfrm>
            <a:off x="587459" y="1245827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21" name="Shape 2">
            <a:extLst>
              <a:ext uri="{FF2B5EF4-FFF2-40B4-BE49-F238E27FC236}">
                <a16:creationId xmlns:a16="http://schemas.microsoft.com/office/drawing/2014/main" id="{E15D3A8F-022C-0BA9-F9F8-E67B0EC00A16}"/>
              </a:ext>
            </a:extLst>
          </p:cNvPr>
          <p:cNvSpPr/>
          <p:nvPr/>
        </p:nvSpPr>
        <p:spPr>
          <a:xfrm>
            <a:off x="1051560" y="227685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330CA07B-39A9-307B-FA26-5953DD526171}"/>
              </a:ext>
            </a:extLst>
          </p:cNvPr>
          <p:cNvSpPr/>
          <p:nvPr/>
        </p:nvSpPr>
        <p:spPr>
          <a:xfrm>
            <a:off x="1051560" y="2276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7D8F6608-966F-D5E3-4F2E-0D4B7F6CE89C}"/>
              </a:ext>
            </a:extLst>
          </p:cNvPr>
          <p:cNvSpPr/>
          <p:nvPr/>
        </p:nvSpPr>
        <p:spPr>
          <a:xfrm>
            <a:off x="1737360" y="2157984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Ask “can it stand alone?”</a:t>
            </a:r>
            <a:endParaRPr lang="en-US" sz="15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6C8C8EA9-90F0-CDFC-1273-1DFFEB9D4AAA}"/>
              </a:ext>
            </a:extLst>
          </p:cNvPr>
          <p:cNvSpPr/>
          <p:nvPr/>
        </p:nvSpPr>
        <p:spPr>
          <a:xfrm>
            <a:off x="1737360" y="2478024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If a record needs another table's key to be unique, it's weak — otherwise it's strong.</a:t>
            </a:r>
            <a:endParaRPr lang="en-US" sz="115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BA60ADA8-1533-C087-A99E-71970E413ADB}"/>
              </a:ext>
            </a:extLst>
          </p:cNvPr>
          <p:cNvSpPr/>
          <p:nvPr/>
        </p:nvSpPr>
        <p:spPr>
          <a:xfrm>
            <a:off x="1051560" y="3374136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8F829CA2-C577-B506-EC1F-CDF672BEC550}"/>
              </a:ext>
            </a:extLst>
          </p:cNvPr>
          <p:cNvSpPr/>
          <p:nvPr/>
        </p:nvSpPr>
        <p:spPr>
          <a:xfrm>
            <a:off x="1051560" y="33741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ACDA85A6-B6D0-4375-A4F8-74AD747C07BF}"/>
              </a:ext>
            </a:extLst>
          </p:cNvPr>
          <p:cNvSpPr/>
          <p:nvPr/>
        </p:nvSpPr>
        <p:spPr>
          <a:xfrm>
            <a:off x="1737360" y="3255264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Notation signals dependency</a:t>
            </a:r>
            <a:endParaRPr lang="en-US" sz="1500" dirty="0"/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1A1F66ED-F057-7F52-D7C5-0C6A52582A6E}"/>
              </a:ext>
            </a:extLst>
          </p:cNvPr>
          <p:cNvSpPr/>
          <p:nvPr/>
        </p:nvSpPr>
        <p:spPr>
          <a:xfrm>
            <a:off x="1737360" y="3575304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Double-line rectangles and double diamonds are quick visual flags in any ER diagram.</a:t>
            </a:r>
            <a:endParaRPr lang="en-US" sz="1150" dirty="0"/>
          </a:p>
        </p:txBody>
      </p:sp>
      <p:sp>
        <p:nvSpPr>
          <p:cNvPr id="41" name="Shape 12">
            <a:extLst>
              <a:ext uri="{FF2B5EF4-FFF2-40B4-BE49-F238E27FC236}">
                <a16:creationId xmlns:a16="http://schemas.microsoft.com/office/drawing/2014/main" id="{842413C5-E053-C9EF-46BB-AE352455A6FA}"/>
              </a:ext>
            </a:extLst>
          </p:cNvPr>
          <p:cNvSpPr/>
          <p:nvPr/>
        </p:nvSpPr>
        <p:spPr>
          <a:xfrm>
            <a:off x="1051560" y="447141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F1430DF8-0E06-ED8C-3A5F-9342B8D34E9E}"/>
              </a:ext>
            </a:extLst>
          </p:cNvPr>
          <p:cNvSpPr/>
          <p:nvPr/>
        </p:nvSpPr>
        <p:spPr>
          <a:xfrm>
            <a:off x="1051560" y="44714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47B26516-7ECA-40B4-8B63-0357DDDE96D6}"/>
              </a:ext>
            </a:extLst>
          </p:cNvPr>
          <p:cNvSpPr/>
          <p:nvPr/>
        </p:nvSpPr>
        <p:spPr>
          <a:xfrm>
            <a:off x="1737360" y="4352544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Deletion cascades from owner to weak entity</a:t>
            </a:r>
            <a:endParaRPr lang="en-US" sz="15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16F8121D-E5BD-C4F2-699A-44A0940AC72A}"/>
              </a:ext>
            </a:extLst>
          </p:cNvPr>
          <p:cNvSpPr/>
          <p:nvPr/>
        </p:nvSpPr>
        <p:spPr>
          <a:xfrm>
            <a:off x="1737360" y="4672584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Design foreign keys with ON DELETE CASCADE for weak entities in most systems.</a:t>
            </a:r>
            <a:endParaRPr lang="en-US" sz="1150" dirty="0"/>
          </a:p>
        </p:txBody>
      </p:sp>
      <p:sp>
        <p:nvSpPr>
          <p:cNvPr id="51" name="Shape 17">
            <a:extLst>
              <a:ext uri="{FF2B5EF4-FFF2-40B4-BE49-F238E27FC236}">
                <a16:creationId xmlns:a16="http://schemas.microsoft.com/office/drawing/2014/main" id="{1EA70013-F93C-B347-E6D0-4BAE4E6D7590}"/>
              </a:ext>
            </a:extLst>
          </p:cNvPr>
          <p:cNvSpPr/>
          <p:nvPr/>
        </p:nvSpPr>
        <p:spPr>
          <a:xfrm>
            <a:off x="1051560" y="5568696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3" name="Text 18">
            <a:extLst>
              <a:ext uri="{FF2B5EF4-FFF2-40B4-BE49-F238E27FC236}">
                <a16:creationId xmlns:a16="http://schemas.microsoft.com/office/drawing/2014/main" id="{2E51C4ED-FED3-0E48-A8A8-10126002FB1E}"/>
              </a:ext>
            </a:extLst>
          </p:cNvPr>
          <p:cNvSpPr/>
          <p:nvPr/>
        </p:nvSpPr>
        <p:spPr>
          <a:xfrm>
            <a:off x="1051560" y="5568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2683B0D9-7A8D-0E62-1161-2CCE8C16083B}"/>
              </a:ext>
            </a:extLst>
          </p:cNvPr>
          <p:cNvSpPr/>
          <p:nvPr/>
        </p:nvSpPr>
        <p:spPr>
          <a:xfrm>
            <a:off x="1737360" y="5449824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Most schemas mix both</a:t>
            </a:r>
            <a:endParaRPr lang="en-US" sz="1500" dirty="0"/>
          </a:p>
        </p:txBody>
      </p:sp>
      <p:sp>
        <p:nvSpPr>
          <p:cNvPr id="57" name="Text 20">
            <a:extLst>
              <a:ext uri="{FF2B5EF4-FFF2-40B4-BE49-F238E27FC236}">
                <a16:creationId xmlns:a16="http://schemas.microsoft.com/office/drawing/2014/main" id="{583365FD-81B4-4E21-57BC-2347CD9F380F}"/>
              </a:ext>
            </a:extLst>
          </p:cNvPr>
          <p:cNvSpPr/>
          <p:nvPr/>
        </p:nvSpPr>
        <p:spPr>
          <a:xfrm>
            <a:off x="1737360" y="5769864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Real databases combine strong entities (Employee, Building) with weak ones (Dependent, Room) throughout.</a:t>
            </a:r>
            <a:endParaRPr lang="en-US" sz="1150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47B5B614-DA10-B56D-7014-D01CCBE40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32" y="134715"/>
            <a:ext cx="11263336" cy="12269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3203851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data modeling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Correctly distinguishing strong and weak entities ensures every piece of data has a clear, unambiguous identity, preventing duplicate or orphaned records in the database.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Enforced data integrity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Identifying relationships and composite keys automatically tie weak entities to their owners, so dependent data (like a room in a building, or a dependent under an employee) can never exist without its parent record.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redundancy and error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Because weak entities inherit part of their key from a strong entity instead of storing repeated identifying information, the design naturally avoids inconsistent or duplicated data.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Cleaner, more scalable schemas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Clear ownership between strong and weak entities makes the database easier to extend, query, and maintain as the system grows in complexity.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accuracy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strong/weak distinction mirrors how entities actually behave outside the database, making the model more intuitive and aligned with real business rules and relationships.</a:t>
            </a:r>
            <a:endParaRPr lang="en-US" sz="16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61288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FEE4D6-1BBD-6EE8-B6F2-0B1B5FB1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984" y="231801"/>
            <a:ext cx="11263336" cy="12269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87ADE7-39EA-60AC-9900-0BD8EE2EB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67" y="147014"/>
            <a:ext cx="11240474" cy="15088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25DC6F-3DF9-481B-C93C-19211E969B74}"/>
              </a:ext>
            </a:extLst>
          </p:cNvPr>
          <p:cNvSpPr txBox="1"/>
          <p:nvPr/>
        </p:nvSpPr>
        <p:spPr>
          <a:xfrm>
            <a:off x="1861868" y="2875002"/>
            <a:ext cx="82094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44889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684</Words>
  <Application>Microsoft Office PowerPoint</Application>
  <PresentationFormat>Widescreen</PresentationFormat>
  <Paragraphs>69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Cambria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shyam raj</cp:lastModifiedBy>
  <cp:revision>1</cp:revision>
  <dcterms:created xsi:type="dcterms:W3CDTF">2026-07-16T05:55:25Z</dcterms:created>
  <dcterms:modified xsi:type="dcterms:W3CDTF">2026-07-21T04:15:46Z</dcterms:modified>
</cp:coreProperties>
</file>